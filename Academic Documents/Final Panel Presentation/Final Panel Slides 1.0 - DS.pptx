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B057B1-0482-4DCC-A8DA-962DBD544406}" v="16" dt="2026-10-07T03:42:20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Sushames" userId="ce71797e-895c-47df-af8e-c160254d5cef" providerId="ADAL" clId="{067FCE3D-3D41-4548-936F-F0A348C85C95}"/>
    <pc:docChg chg="undo custSel modSld modMainMaster">
      <pc:chgData name="Dave Sushames" userId="ce71797e-895c-47df-af8e-c160254d5cef" providerId="ADAL" clId="{067FCE3D-3D41-4548-936F-F0A348C85C95}" dt="2026-10-07T03:42:20.290" v="82"/>
      <pc:docMkLst>
        <pc:docMk/>
      </pc:docMkLst>
      <pc:sldChg chg="modSp mod">
        <pc:chgData name="Dave Sushames" userId="ce71797e-895c-47df-af8e-c160254d5cef" providerId="ADAL" clId="{067FCE3D-3D41-4548-936F-F0A348C85C95}" dt="2026-10-07T03:42:20.290" v="82"/>
        <pc:sldMkLst>
          <pc:docMk/>
          <pc:sldMk cId="1897239194" sldId="256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97239194" sldId="256"/>
            <ac:spMk id="2" creationId="{1B5CDCA1-D936-1DB6-2DBE-49023B1E8C09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97239194" sldId="256"/>
            <ac:spMk id="3" creationId="{81365BE2-E307-AADF-D364-479945C4ED39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3469609952" sldId="257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469609952" sldId="257"/>
            <ac:spMk id="2" creationId="{96CD0C4F-887A-07B1-5448-816B605B3E0A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469609952" sldId="257"/>
            <ac:spMk id="3" creationId="{98B2709F-7092-C4DF-2680-CEE381877C3F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2914373187" sldId="258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914373187" sldId="258"/>
            <ac:spMk id="2" creationId="{DBC94768-B7FF-A195-8FEB-E6C3518C91F1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914373187" sldId="258"/>
            <ac:spMk id="3" creationId="{4CA4FAD2-2AC0-60FF-6FA2-9F801ED04B8C}"/>
          </ac:spMkLst>
        </pc:spChg>
      </pc:sldChg>
      <pc:sldChg chg="modSp mod">
        <pc:chgData name="Dave Sushames" userId="ce71797e-895c-47df-af8e-c160254d5cef" providerId="ADAL" clId="{067FCE3D-3D41-4548-936F-F0A348C85C95}" dt="2026-10-07T03:42:20.290" v="82"/>
        <pc:sldMkLst>
          <pc:docMk/>
          <pc:sldMk cId="1873885871" sldId="259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73885871" sldId="259"/>
            <ac:spMk id="2" creationId="{54E3A267-86E4-EC9F-B6B6-A7DCCABDBE12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73885871" sldId="259"/>
            <ac:spMk id="3" creationId="{052098D0-DD9A-E09A-83DC-15F697CC3E8F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1508039378" sldId="260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508039378" sldId="260"/>
            <ac:spMk id="3" creationId="{AFC45100-EFAE-B274-E3F7-92B37B6A09FD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206983872" sldId="261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06983872" sldId="261"/>
            <ac:spMk id="2" creationId="{EAA02B5C-B27D-6C6E-451C-8B02F95036D0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06983872" sldId="261"/>
            <ac:spMk id="3" creationId="{FE549885-A9A1-369F-3247-E889A85FD011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2510012706" sldId="262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510012706" sldId="262"/>
            <ac:spMk id="2" creationId="{34634D99-B52C-C74B-0D17-F75A6E57212F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2510012706" sldId="262"/>
            <ac:spMk id="3" creationId="{0B65E64D-8438-7626-94A8-E0C546572830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1310119030" sldId="266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310119030" sldId="266"/>
            <ac:spMk id="2" creationId="{DEA2BC61-CD0C-BF09-4292-47C6AF1B1677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310119030" sldId="266"/>
            <ac:spMk id="3" creationId="{4304F670-7D8D-7CDE-7CD8-6AD8A676A540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3646000603" sldId="267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646000603" sldId="267"/>
            <ac:spMk id="2" creationId="{38FFFB59-642D-1360-93E1-B6A36C65C39A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646000603" sldId="267"/>
            <ac:spMk id="3" creationId="{0906C58C-A390-F67E-B87D-F3B2F50E0601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1822370155" sldId="269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22370155" sldId="269"/>
            <ac:spMk id="2" creationId="{32FD656A-3CEC-BED5-96D3-70C3E61432DA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822370155" sldId="269"/>
            <ac:spMk id="3" creationId="{06898650-1C93-F325-AC21-F89482EDBAF8}"/>
          </ac:spMkLst>
        </pc:spChg>
      </pc:sldChg>
      <pc:sldChg chg="modSp mod">
        <pc:chgData name="Dave Sushames" userId="ce71797e-895c-47df-af8e-c160254d5cef" providerId="ADAL" clId="{067FCE3D-3D41-4548-936F-F0A348C85C95}" dt="2026-10-07T03:42:20.290" v="82"/>
        <pc:sldMkLst>
          <pc:docMk/>
          <pc:sldMk cId="3346734016" sldId="271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346734016" sldId="271"/>
            <ac:spMk id="2" creationId="{802B5A14-BEB6-ABDD-4AE2-4118259CB344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3346734016" sldId="271"/>
            <ac:spMk id="3" creationId="{926FD270-FF49-E3B0-F2C3-EE7C66BE3008}"/>
          </ac:spMkLst>
        </pc:spChg>
      </pc:sldChg>
      <pc:sldChg chg="modSp">
        <pc:chgData name="Dave Sushames" userId="ce71797e-895c-47df-af8e-c160254d5cef" providerId="ADAL" clId="{067FCE3D-3D41-4548-936F-F0A348C85C95}" dt="2026-10-07T03:42:20.290" v="82"/>
        <pc:sldMkLst>
          <pc:docMk/>
          <pc:sldMk cId="1154527499" sldId="272"/>
        </pc:sldMkLst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154527499" sldId="272"/>
            <ac:spMk id="2" creationId="{36DA2C24-AE1C-9980-0C52-A02E68A3236F}"/>
          </ac:spMkLst>
        </pc:spChg>
        <pc:spChg chg="mod">
          <ac:chgData name="Dave Sushames" userId="ce71797e-895c-47df-af8e-c160254d5cef" providerId="ADAL" clId="{067FCE3D-3D41-4548-936F-F0A348C85C95}" dt="2026-10-07T03:42:20.290" v="82"/>
          <ac:spMkLst>
            <pc:docMk/>
            <pc:sldMk cId="1154527499" sldId="272"/>
            <ac:spMk id="3" creationId="{18550B0F-1C8E-3094-093D-9DEBE70E0AB9}"/>
          </ac:spMkLst>
        </pc:spChg>
      </pc:sldChg>
      <pc:sldMasterChg chg="modSldLayout">
        <pc:chgData name="Dave Sushames" userId="ce71797e-895c-47df-af8e-c160254d5cef" providerId="ADAL" clId="{067FCE3D-3D41-4548-936F-F0A348C85C95}" dt="2026-10-07T03:42:19.481" v="78"/>
        <pc:sldMasterMkLst>
          <pc:docMk/>
          <pc:sldMasterMk cId="1697331129" sldId="2147483706"/>
        </pc:sldMasterMkLst>
        <pc:sldLayoutChg chg="addSp delSp">
          <pc:chgData name="Dave Sushames" userId="ce71797e-895c-47df-af8e-c160254d5cef" providerId="ADAL" clId="{067FCE3D-3D41-4548-936F-F0A348C85C95}" dt="2026-10-07T03:42:19.481" v="78"/>
          <pc:sldLayoutMkLst>
            <pc:docMk/>
            <pc:sldMasterMk cId="1697331129" sldId="2147483706"/>
            <pc:sldLayoutMk cId="116611066" sldId="2147483734"/>
          </pc:sldLayoutMkLst>
          <pc:spChg chg="add del">
            <ac:chgData name="Dave Sushames" userId="ce71797e-895c-47df-af8e-c160254d5cef" providerId="ADAL" clId="{067FCE3D-3D41-4548-936F-F0A348C85C95}" dt="2026-10-07T03:42:19.481" v="78"/>
            <ac:spMkLst>
              <pc:docMk/>
              <pc:sldMasterMk cId="1697331129" sldId="2147483706"/>
              <pc:sldLayoutMk cId="116611066" sldId="2147483734"/>
              <ac:spMk id="7" creationId="{6631FF2A-9DA0-DC5C-0C53-91FDE15093DD}"/>
            </ac:spMkLst>
          </pc:spChg>
          <pc:spChg chg="add del">
            <ac:chgData name="Dave Sushames" userId="ce71797e-895c-47df-af8e-c160254d5cef" providerId="ADAL" clId="{067FCE3D-3D41-4548-936F-F0A348C85C95}" dt="2026-10-07T03:42:19.481" v="78"/>
            <ac:spMkLst>
              <pc:docMk/>
              <pc:sldMasterMk cId="1697331129" sldId="2147483706"/>
              <pc:sldLayoutMk cId="116611066" sldId="2147483734"/>
              <ac:spMk id="8" creationId="{BCA4208E-B529-0934-86E0-24278D43C68A}"/>
            </ac:spMkLst>
          </pc:spChg>
        </pc:sldLayoutChg>
      </pc:sldMasterChg>
      <pc:sldMasterChg chg="modSldLayout">
        <pc:chgData name="Dave Sushames" userId="ce71797e-895c-47df-af8e-c160254d5cef" providerId="ADAL" clId="{067FCE3D-3D41-4548-936F-F0A348C85C95}" dt="2026-10-07T03:42:17.937" v="70"/>
        <pc:sldMasterMkLst>
          <pc:docMk/>
          <pc:sldMasterMk cId="3059776515" sldId="2147483820"/>
        </pc:sldMasterMkLst>
        <pc:sldLayoutChg chg="addSp delSp">
          <pc:chgData name="Dave Sushames" userId="ce71797e-895c-47df-af8e-c160254d5cef" providerId="ADAL" clId="{067FCE3D-3D41-4548-936F-F0A348C85C95}" dt="2026-10-07T03:42:17.937" v="70"/>
          <pc:sldLayoutMkLst>
            <pc:docMk/>
            <pc:sldMasterMk cId="3059776515" sldId="2147483820"/>
            <pc:sldLayoutMk cId="3475931120" sldId="2147483832"/>
          </pc:sldLayoutMkLst>
          <pc:spChg chg="add del">
            <ac:chgData name="Dave Sushames" userId="ce71797e-895c-47df-af8e-c160254d5cef" providerId="ADAL" clId="{067FCE3D-3D41-4548-936F-F0A348C85C95}" dt="2026-10-07T03:42:17.937" v="70"/>
            <ac:spMkLst>
              <pc:docMk/>
              <pc:sldMasterMk cId="3059776515" sldId="2147483820"/>
              <pc:sldLayoutMk cId="3475931120" sldId="2147483832"/>
              <ac:spMk id="11" creationId="{6D514160-DA6E-9655-9294-6538F297B73D}"/>
            </ac:spMkLst>
          </pc:spChg>
          <pc:spChg chg="add del">
            <ac:chgData name="Dave Sushames" userId="ce71797e-895c-47df-af8e-c160254d5cef" providerId="ADAL" clId="{067FCE3D-3D41-4548-936F-F0A348C85C95}" dt="2026-10-07T03:42:17.937" v="70"/>
            <ac:spMkLst>
              <pc:docMk/>
              <pc:sldMasterMk cId="3059776515" sldId="2147483820"/>
              <pc:sldLayoutMk cId="3475931120" sldId="2147483832"/>
              <ac:spMk id="12" creationId="{B2EC29EB-3E43-F1FF-EB6B-9F5C908FFCC8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C401-CE6E-946A-DA87-24EEB28DE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12A06-C91D-CE9E-9F62-3774E05F3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73D68-6857-87B1-C874-33ECCCF1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4046-2A6F-850D-BCE8-85F0A191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F8EC1-3EFA-9BC3-E749-5E0B7084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3058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2585-7782-B842-5200-464356E7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FF5BD-F095-00A7-6BFB-2BACDAC4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0EE94-C6C8-68DC-1C22-FCADBAEC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9F4E-DF84-D4F4-14D8-F21E74E1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DCDDD-95BE-A0A9-9016-32601295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4037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4A15-9710-C867-2C25-A6D2EFD7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4713D-4442-DEEA-ADC3-D6834B8D8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1CA1E-3A94-BD79-A32C-BE7215E8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1BE1-425F-5192-012F-1AEDF001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F7D3-852C-B8A1-A0E0-4A6F814B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966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4A4A-4230-B25F-0011-62D88633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14B2-E079-DF2E-60B6-30F19FE2D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6725F-8CC2-E522-7012-6B4EF3289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E12A0-6A9A-E223-3A10-6EB19B42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F14F7-1A4D-DCC3-A564-8EC0A9A7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72BF4-F633-A4EC-915C-B1B04BC6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902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F994-113F-9412-E4D5-7BBB32BC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FE8A8-A0B9-6303-3F23-84442736C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3BE0B-D798-908E-D19E-AC4FB7118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EA737-1070-7DB7-9018-4DC4F63D0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8DB2E-C8E1-7A27-B4C2-1FF18DBA3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14AC3-71DA-1248-F33F-5C2CEF6B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AB2DB-9B0B-EF1E-73E7-26251652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4698D-0402-27CA-0FCD-EC759F5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6695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C222-19F3-9D7A-12BF-E1C26A2F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4DBAD-3CB1-90A9-EE2A-79E9091F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1887C-3020-82C0-C8C7-D8AB4F8F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04089-1B48-AC39-F6B4-44F6B2F7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6251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4EA17-9B60-4084-0E0B-F77C1A56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72915-3D07-343E-1E2D-E9EA1DD7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98911-A442-DCB4-437D-C5199514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1808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BDD6-11B7-33FE-AC46-8AB9E66A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18787-8121-83DC-65AC-D73A4569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F6191-E347-C858-3036-D38A9F84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D7C11-0347-D827-B90E-6DD6C2CA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EE8A-C602-187F-1367-EEDD11B6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48B7A-756D-F35B-193C-29C90DFB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6701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591D-9080-93CA-8A41-F694B3A4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AB23F-DC73-04DD-4DC4-E0A179EA975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D468-6A4F-E48D-F2E2-D44171F6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BF0C-78A0-6D7B-474E-88D677EC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D5C47-156E-1E59-955C-D782A479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ECB09-2EF4-2940-FE2C-70CD9E08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1635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84BC-1A54-BF77-0D0A-C500FC12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F3E35-18D0-978F-747C-0721866EC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1DFD2-7BA3-B9CF-588A-8D3A1EBD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5AE9B-052E-D63F-AF4F-573966F6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57139-CA79-AD4C-4EC0-4F9F5D6C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486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F0EE8-0D0D-79C2-08FC-D47FBE101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F170D-7C4A-D64B-F424-BDA272EDB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C322-A1F3-C78F-EE64-2BA9474D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3A48-0C83-2CF7-36E5-905FD52D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E5F1-2D5B-4AB4-E9F8-354BAE62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2783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390EE-58AC-779C-BE77-45820E16B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9B2F6-C4CA-CBA4-D8FC-32E3B5F28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4CE04-187B-9788-2583-2B3159382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925AB-ADB3-47C5-A2AD-240F5DBF5C55}" type="datetimeFigureOut">
              <a:rPr lang="en-NZ" smtClean="0"/>
              <a:t>7/10/2026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9F7A-5369-75FF-A420-D0693717E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5FB8-403B-6F0F-72B9-0B6AE030E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C7E58-0DE1-47DE-9A92-07278CA9193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7728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DCA1-D936-1DB6-2DBE-49023B1E8C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AI-Enhanced vs Legacy Digital Forensics and Investigation Tools – A Comparative Efficacy Analysis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65BE2-E307-AADF-D364-479945C4E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Team Name: Byte Harbor Butchers</a:t>
            </a:r>
            <a:endParaRPr lang="en-NZ" dirty="0"/>
          </a:p>
          <a:p>
            <a:r>
              <a:rPr lang="en-US" dirty="0"/>
              <a:t>Team Members: Dave Sushames, Olivia Hey, Matt Baker, Sam Davies</a:t>
            </a:r>
            <a:endParaRPr lang="en-NZ" dirty="0"/>
          </a:p>
          <a:p>
            <a:r>
              <a:rPr lang="en-NZ" dirty="0"/>
              <a:t>Project Client: Geoff Gordon </a:t>
            </a:r>
          </a:p>
          <a:p>
            <a:r>
              <a:rPr lang="en-NZ" dirty="0"/>
              <a:t>Advisors: Dr Bryce Antony, Clement </a:t>
            </a:r>
            <a:r>
              <a:rPr lang="en-NZ" dirty="0" err="1"/>
              <a:t>Swarnappa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9723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0C4F-887A-07B1-5448-816B605B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Problem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709F-7092-C4DF-2680-CEE38187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AI in DFIR matters. Very brief, we only have 15 minutes.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6960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2C24-AE1C-9980-0C52-A02E68A3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milestones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0B0F-1C8E-3094-093D-9DEBE70E0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Timeline including proposal, mid </a:t>
            </a:r>
            <a:r>
              <a:rPr lang="en-US" dirty="0" err="1"/>
              <a:t>proj</a:t>
            </a:r>
            <a:r>
              <a:rPr lang="en-US" dirty="0"/>
              <a:t> presentation, development, findings, client demo/report, closeout.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54527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4768-B7FF-A195-8FEB-E6C3518C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and how they were managed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FAD2-2AC0-60FF-6FA2-9F801ED04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Change from AI tools to AI reporting. Gant chart versions. How changes were documented (proposal revisions, meeting minutes with Bryce)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1437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A267-86E4-EC9F-B6B6-A7DCCABD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Development, research, tools, technologies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98D0-DD9A-E09A-83DC-15F697CC3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DSR, Kali Linux, </a:t>
            </a:r>
            <a:r>
              <a:rPr lang="en-US" dirty="0" err="1"/>
              <a:t>Ollama</a:t>
            </a:r>
            <a:r>
              <a:rPr lang="en-US" dirty="0"/>
              <a:t>, Gemma4-df at specified parameters, Foremost, Nmap, Wireshark. </a:t>
            </a:r>
            <a:r>
              <a:rPr lang="en-US" dirty="0" err="1"/>
              <a:t>Tshark</a:t>
            </a:r>
            <a:r>
              <a:rPr lang="en-US" dirty="0"/>
              <a:t>?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7388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13FF-E954-E53A-1C59-C60CD163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artefact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5100-EFAE-B274-E3F7-92B37B6A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Show Sam’s flowchart diagrams.</a:t>
            </a:r>
          </a:p>
          <a:p>
            <a:pPr marL="0" indent="0">
              <a:buNone/>
            </a:pPr>
            <a:r>
              <a:rPr lang="en-US" dirty="0"/>
              <a:t>Mention how complete it is against Geoff’s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Maybe a README for </a:t>
            </a:r>
            <a:r>
              <a:rPr lang="en-US"/>
              <a:t>the scripts?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0803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2B5C-B27D-6C6E-451C-8B02F950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49885-A9A1-369F-3247-E889A85FD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Either a recording or a live demo. Recording less likely to break. Have two reports we can compare.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698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4D99-B52C-C74B-0D17-F75A6E57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5E64D-8438-7626-94A8-E0C546572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NIST CFTT, human reports, comparison metrics, how the reports were scored.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1001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BC61-CD0C-BF09-4292-47C6AF1B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and analysis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F670-7D8D-7CDE-7CD8-6AD8A676A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</a:t>
            </a:r>
            <a:r>
              <a:rPr lang="en-NZ" dirty="0"/>
              <a:t>hat the AI matched, missed, did wrong. Limitations. With reasons for the results, </a:t>
            </a:r>
            <a:r>
              <a:rPr lang="en-NZ" dirty="0" err="1"/>
              <a:t>cuz</a:t>
            </a:r>
            <a:r>
              <a:rPr lang="en-NZ" dirty="0"/>
              <a:t> that’s what the marking criteria wants.</a:t>
            </a:r>
          </a:p>
        </p:txBody>
      </p:sp>
    </p:spTree>
    <p:extLst>
      <p:ext uri="{BB962C8B-B14F-4D97-AF65-F5344CB8AC3E}">
        <p14:creationId xmlns:p14="http://schemas.microsoft.com/office/powerpoint/2010/main" val="131011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B59-642D-1360-93E1-B6A36C65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review and satisfaction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C58C-A390-F67E-B87D-F3B2F50E0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Cover the review with Geoff, what he said about it, how satisfied he was. Haven’t had the review yet, but this slide will be all about that.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46000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656A-3CEC-BED5-96D3-70C3E614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remaining tasks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8650-1C93-F325-AC21-F89482EDB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Stretch goals (</a:t>
            </a:r>
            <a:r>
              <a:rPr lang="en-US" dirty="0" err="1"/>
              <a:t>tenmost</a:t>
            </a:r>
            <a:r>
              <a:rPr lang="en-US" dirty="0"/>
              <a:t> running decryption tools), doing multiple models, larger datasets, differing PC specs.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2237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5A14-BEB6-ABDD-4AE2-4118259C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D270-FF49-E3B0-F2C3-EE7C66BE3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Ones we’re </a:t>
            </a:r>
            <a:r>
              <a:rPr lang="en-US" dirty="0" err="1"/>
              <a:t>prolly</a:t>
            </a:r>
            <a:r>
              <a:rPr lang="en-US" dirty="0"/>
              <a:t> </a:t>
            </a:r>
            <a:r>
              <a:rPr lang="en-US" dirty="0" err="1"/>
              <a:t>gonna</a:t>
            </a:r>
            <a:r>
              <a:rPr lang="en-US" dirty="0"/>
              <a:t> get:</a:t>
            </a:r>
          </a:p>
          <a:p>
            <a:pPr marL="0" indent="0">
              <a:buNone/>
            </a:pPr>
            <a:r>
              <a:rPr lang="en-US" dirty="0"/>
              <a:t>Changing PM</a:t>
            </a:r>
          </a:p>
          <a:p>
            <a:pPr marL="0" indent="0">
              <a:buNone/>
            </a:pPr>
            <a:r>
              <a:rPr lang="en-US" dirty="0"/>
              <a:t>Missed logs</a:t>
            </a:r>
          </a:p>
          <a:p>
            <a:pPr marL="0" indent="0">
              <a:buNone/>
            </a:pPr>
            <a:r>
              <a:rPr lang="en-US" dirty="0"/>
              <a:t>Why the project changed</a:t>
            </a:r>
          </a:p>
          <a:p>
            <a:pPr marL="0" indent="0">
              <a:buNone/>
            </a:pPr>
            <a:r>
              <a:rPr lang="en-US" dirty="0"/>
              <a:t>Anything else Bryce comes up with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46734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</TotalTime>
  <Words>317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AI-Enhanced vs Legacy Digital Forensics and Investigation Tools – A Comparative Efficacy Analysis</vt:lpstr>
      <vt:lpstr>Background and Problem</vt:lpstr>
      <vt:lpstr>Key milestones</vt:lpstr>
      <vt:lpstr>Changes and how they were managed</vt:lpstr>
      <vt:lpstr>Development, research, tools, technologies</vt:lpstr>
      <vt:lpstr>Primary artefact</vt:lpstr>
      <vt:lpstr>Demonstration</vt:lpstr>
      <vt:lpstr>Testing</vt:lpstr>
      <vt:lpstr>Key Findings and analysis</vt:lpstr>
      <vt:lpstr>Client review and satisfaction</vt:lpstr>
      <vt:lpstr>Future Work and remaining tasks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Sushames</dc:creator>
  <cp:lastModifiedBy>Dave Sushames</cp:lastModifiedBy>
  <cp:revision>2</cp:revision>
  <dcterms:created xsi:type="dcterms:W3CDTF">2026-10-07T02:20:35Z</dcterms:created>
  <dcterms:modified xsi:type="dcterms:W3CDTF">2026-10-07T20:13:14Z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7f387-1815-4007-b22e-dbfac1fba8aa_Enabled">
    <vt:lpwstr>true</vt:lpwstr>
  </property>
  <property fmtid="{D5CDD505-2E9C-101B-9397-08002B2CF9AE}" pid="3" name="MSIP_Label_46e7f387-1815-4007-b22e-dbfac1fba8aa_SetDate">
    <vt:lpwstr>2026-10-07T03:39:15Z</vt:lpwstr>
  </property>
  <property fmtid="{D5CDD505-2E9C-101B-9397-08002B2CF9AE}" pid="4" name="MSIP_Label_46e7f387-1815-4007-b22e-dbfac1fba8aa_Method">
    <vt:lpwstr>Standard</vt:lpwstr>
  </property>
  <property fmtid="{D5CDD505-2E9C-101B-9397-08002B2CF9AE}" pid="5" name="MSIP_Label_46e7f387-1815-4007-b22e-dbfac1fba8aa_Name">
    <vt:lpwstr>defa4170-0d19-0005-0004-bc88714345d2</vt:lpwstr>
  </property>
  <property fmtid="{D5CDD505-2E9C-101B-9397-08002B2CF9AE}" pid="6" name="MSIP_Label_46e7f387-1815-4007-b22e-dbfac1fba8aa_SiteId">
    <vt:lpwstr>1ae31382-9a17-4ce4-b300-161b0fa8f4b8</vt:lpwstr>
  </property>
  <property fmtid="{D5CDD505-2E9C-101B-9397-08002B2CF9AE}" pid="7" name="MSIP_Label_46e7f387-1815-4007-b22e-dbfac1fba8aa_ActionId">
    <vt:lpwstr>068e7085-ba34-44fd-afb8-f8541f3a812d</vt:lpwstr>
  </property>
  <property fmtid="{D5CDD505-2E9C-101B-9397-08002B2CF9AE}" pid="8" name="MSIP_Label_46e7f387-1815-4007-b22e-dbfac1fba8aa_ContentBits">
    <vt:lpwstr>0</vt:lpwstr>
  </property>
  <property fmtid="{D5CDD505-2E9C-101B-9397-08002B2CF9AE}" pid="9" name="MSIP_Label_46e7f387-1815-4007-b22e-dbfac1fba8aa_Tag">
    <vt:lpwstr>10, 3, 0, 1</vt:lpwstr>
  </property>
</Properties>
</file>