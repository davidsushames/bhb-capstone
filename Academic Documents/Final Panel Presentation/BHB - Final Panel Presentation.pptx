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0" r:id="rId2"/>
  </p:sldMasterIdLst>
  <p:notesMasterIdLst>
    <p:notesMasterId r:id="rId25"/>
  </p:notesMasterIdLst>
  <p:sldIdLst>
    <p:sldId id="256" r:id="rId3"/>
    <p:sldId id="282" r:id="rId4"/>
    <p:sldId id="257" r:id="rId5"/>
    <p:sldId id="272" r:id="rId6"/>
    <p:sldId id="258" r:id="rId7"/>
    <p:sldId id="274" r:id="rId8"/>
    <p:sldId id="259" r:id="rId9"/>
    <p:sldId id="275" r:id="rId10"/>
    <p:sldId id="277" r:id="rId11"/>
    <p:sldId id="278" r:id="rId12"/>
    <p:sldId id="281" r:id="rId13"/>
    <p:sldId id="280" r:id="rId14"/>
    <p:sldId id="260" r:id="rId15"/>
    <p:sldId id="276" r:id="rId16"/>
    <p:sldId id="261" r:id="rId17"/>
    <p:sldId id="262" r:id="rId18"/>
    <p:sldId id="266" r:id="rId19"/>
    <p:sldId id="273" r:id="rId20"/>
    <p:sldId id="279" r:id="rId21"/>
    <p:sldId id="267" r:id="rId22"/>
    <p:sldId id="269" r:id="rId23"/>
    <p:sldId id="2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8A5B4-34A5-42AF-8162-FCA3941F24F2}" v="3577" dt="2026-10-31T01:44:49.715"/>
    <p1510:client id="{75D09BC6-FCF9-4592-41EE-C6D2E5985BB1}" v="880" dt="2026-10-31T01:52:16.238"/>
    <p1510:client id="{8CE950C6-C7C3-4EB9-88D6-2DF06945D553}" v="3382" dt="2026-10-31T01:52:34.0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08" autoAdjust="0"/>
  </p:normalViewPr>
  <p:slideViewPr>
    <p:cSldViewPr snapToGrid="0">
      <p:cViewPr varScale="1">
        <p:scale>
          <a:sx n="104" d="100"/>
          <a:sy n="104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Davies" userId="S::sam.davies01@student.wandw.ac.nz::2aa76847-dcdb-49ce-ad64-4c8b14150815" providerId="AD" clId="Web-{D5704378-ACC1-4182-7AF4-C06BB10B9DD0}"/>
    <pc:docChg chg="modSld">
      <pc:chgData name="Sam Davies" userId="S::sam.davies01@student.wandw.ac.nz::2aa76847-dcdb-49ce-ad64-4c8b14150815" providerId="AD" clId="Web-{D5704378-ACC1-4182-7AF4-C06BB10B9DD0}" dt="2026-10-29T02:26:13.264" v="792"/>
      <pc:docMkLst>
        <pc:docMk/>
      </pc:docMkLst>
      <pc:sldChg chg="addSp delSp modSp mod modClrScheme chgLayout">
        <pc:chgData name="Sam Davies" userId="S::sam.davies01@student.wandw.ac.nz::2aa76847-dcdb-49ce-ad64-4c8b14150815" providerId="AD" clId="Web-{D5704378-ACC1-4182-7AF4-C06BB10B9DD0}" dt="2026-10-29T02:06:40.038" v="706" actId="20577"/>
        <pc:sldMkLst>
          <pc:docMk/>
          <pc:sldMk cId="3469609952" sldId="257"/>
        </pc:sldMkLst>
        <pc:spChg chg="mod ord">
          <ac:chgData name="Sam Davies" userId="S::sam.davies01@student.wandw.ac.nz::2aa76847-dcdb-49ce-ad64-4c8b14150815" providerId="AD" clId="Web-{D5704378-ACC1-4182-7AF4-C06BB10B9DD0}" dt="2026-10-29T01:53:07.992" v="436"/>
          <ac:spMkLst>
            <pc:docMk/>
            <pc:sldMk cId="3469609952" sldId="257"/>
            <ac:spMk id="2" creationId="{96CD0C4F-887A-07B1-5448-816B605B3E0A}"/>
          </ac:spMkLst>
        </pc:spChg>
        <pc:spChg chg="mod ord">
          <ac:chgData name="Sam Davies" userId="S::sam.davies01@student.wandw.ac.nz::2aa76847-dcdb-49ce-ad64-4c8b14150815" providerId="AD" clId="Web-{D5704378-ACC1-4182-7AF4-C06BB10B9DD0}" dt="2026-10-29T01:53:07.992" v="436"/>
          <ac:spMkLst>
            <pc:docMk/>
            <pc:sldMk cId="3469609952" sldId="257"/>
            <ac:spMk id="3" creationId="{98B2709F-7092-C4DF-2680-CEE381877C3F}"/>
          </ac:spMkLst>
        </pc:spChg>
      </pc:sldChg>
      <pc:sldChg chg="addSp delSp modSp mod modClrScheme chgLayout">
        <pc:chgData name="Sam Davies" userId="S::sam.davies01@student.wandw.ac.nz::2aa76847-dcdb-49ce-ad64-4c8b14150815" providerId="AD" clId="Web-{D5704378-ACC1-4182-7AF4-C06BB10B9DD0}" dt="2026-10-29T02:26:13.264" v="792"/>
        <pc:sldMkLst>
          <pc:docMk/>
          <pc:sldMk cId="1873885871" sldId="259"/>
        </pc:sldMkLst>
        <pc:spChg chg="mod ord">
          <ac:chgData name="Sam Davies" userId="S::sam.davies01@student.wandw.ac.nz::2aa76847-dcdb-49ce-ad64-4c8b14150815" providerId="AD" clId="Web-{D5704378-ACC1-4182-7AF4-C06BB10B9DD0}" dt="2026-10-29T02:23:55.557" v="775"/>
          <ac:spMkLst>
            <pc:docMk/>
            <pc:sldMk cId="1873885871" sldId="259"/>
            <ac:spMk id="2" creationId="{54E3A267-86E4-EC9F-B6B6-A7DCCABDBE12}"/>
          </ac:spMkLst>
        </pc:spChg>
        <pc:spChg chg="mod ord">
          <ac:chgData name="Sam Davies" userId="S::sam.davies01@student.wandw.ac.nz::2aa76847-dcdb-49ce-ad64-4c8b14150815" providerId="AD" clId="Web-{D5704378-ACC1-4182-7AF4-C06BB10B9DD0}" dt="2026-10-29T02:24:03.495" v="776" actId="14100"/>
          <ac:spMkLst>
            <pc:docMk/>
            <pc:sldMk cId="1873885871" sldId="259"/>
            <ac:spMk id="3" creationId="{052098D0-DD9A-E09A-83DC-15F697CC3E8F}"/>
          </ac:spMkLst>
        </pc:spChg>
      </pc:sldChg>
      <pc:sldChg chg="addSp delSp modSp">
        <pc:chgData name="Sam Davies" userId="S::sam.davies01@student.wandw.ac.nz::2aa76847-dcdb-49ce-ad64-4c8b14150815" providerId="AD" clId="Web-{D5704378-ACC1-4182-7AF4-C06BB10B9DD0}" dt="2026-10-29T01:24:19.602" v="71"/>
        <pc:sldMkLst>
          <pc:docMk/>
          <pc:sldMk cId="1508039378" sldId="260"/>
        </pc:sldMkLst>
        <pc:spChg chg="mod ord">
          <ac:chgData name="Sam Davies" userId="S::sam.davies01@student.wandw.ac.nz::2aa76847-dcdb-49ce-ad64-4c8b14150815" providerId="AD" clId="Web-{D5704378-ACC1-4182-7AF4-C06BB10B9DD0}" dt="2026-10-29T01:22:19.113" v="70"/>
          <ac:spMkLst>
            <pc:docMk/>
            <pc:sldMk cId="1508039378" sldId="260"/>
            <ac:spMk id="2" creationId="{F82313FF-E954-E53A-1C59-C60CD16384E0}"/>
          </ac:spMkLst>
        </pc:spChg>
        <pc:spChg chg="mod">
          <ac:chgData name="Sam Davies" userId="S::sam.davies01@student.wandw.ac.nz::2aa76847-dcdb-49ce-ad64-4c8b14150815" providerId="AD" clId="Web-{D5704378-ACC1-4182-7AF4-C06BB10B9DD0}" dt="2026-10-29T01:15:29.729" v="19" actId="1076"/>
          <ac:spMkLst>
            <pc:docMk/>
            <pc:sldMk cId="1508039378" sldId="260"/>
            <ac:spMk id="3" creationId="{AFC45100-EFAE-B274-E3F7-92B37B6A09FD}"/>
          </ac:spMkLst>
        </pc:spChg>
      </pc:sldChg>
      <pc:sldChg chg="modSp">
        <pc:chgData name="Sam Davies" userId="S::sam.davies01@student.wandw.ac.nz::2aa76847-dcdb-49ce-ad64-4c8b14150815" providerId="AD" clId="Web-{D5704378-ACC1-4182-7AF4-C06BB10B9DD0}" dt="2026-10-29T02:00:55.588" v="677" actId="20577"/>
        <pc:sldMkLst>
          <pc:docMk/>
          <pc:sldMk cId="206983872" sldId="261"/>
        </pc:sldMkLst>
      </pc:sldChg>
      <pc:sldChg chg="modSp">
        <pc:chgData name="Sam Davies" userId="S::sam.davies01@student.wandw.ac.nz::2aa76847-dcdb-49ce-ad64-4c8b14150815" providerId="AD" clId="Web-{D5704378-ACC1-4182-7AF4-C06BB10B9DD0}" dt="2026-10-29T02:04:26.143" v="705" actId="20577"/>
        <pc:sldMkLst>
          <pc:docMk/>
          <pc:sldMk cId="1310119030" sldId="266"/>
        </pc:sldMkLst>
      </pc:sldChg>
      <pc:sldChg chg="modSp">
        <pc:chgData name="Sam Davies" userId="S::sam.davies01@student.wandw.ac.nz::2aa76847-dcdb-49ce-ad64-4c8b14150815" providerId="AD" clId="Web-{D5704378-ACC1-4182-7AF4-C06BB10B9DD0}" dt="2026-10-29T01:29:05.914" v="275" actId="20577"/>
        <pc:sldMkLst>
          <pc:docMk/>
          <pc:sldMk cId="3646000603" sldId="267"/>
        </pc:sldMkLst>
        <pc:spChg chg="mod">
          <ac:chgData name="Sam Davies" userId="S::sam.davies01@student.wandw.ac.nz::2aa76847-dcdb-49ce-ad64-4c8b14150815" providerId="AD" clId="Web-{D5704378-ACC1-4182-7AF4-C06BB10B9DD0}" dt="2026-10-29T01:29:05.914" v="275" actId="20577"/>
          <ac:spMkLst>
            <pc:docMk/>
            <pc:sldMk cId="3646000603" sldId="267"/>
            <ac:spMk id="3" creationId="{0906C58C-A390-F67E-B87D-F3B2F50E0601}"/>
          </ac:spMkLst>
        </pc:spChg>
      </pc:sldChg>
      <pc:sldChg chg="modSp">
        <pc:chgData name="Sam Davies" userId="S::sam.davies01@student.wandw.ac.nz::2aa76847-dcdb-49ce-ad64-4c8b14150815" providerId="AD" clId="Web-{D5704378-ACC1-4182-7AF4-C06BB10B9DD0}" dt="2026-10-29T02:02:31.280" v="689" actId="20577"/>
        <pc:sldMkLst>
          <pc:docMk/>
          <pc:sldMk cId="1822370155" sldId="269"/>
        </pc:sldMkLst>
        <pc:spChg chg="mod">
          <ac:chgData name="Sam Davies" userId="S::sam.davies01@student.wandw.ac.nz::2aa76847-dcdb-49ce-ad64-4c8b14150815" providerId="AD" clId="Web-{D5704378-ACC1-4182-7AF4-C06BB10B9DD0}" dt="2026-10-29T02:02:31.280" v="689" actId="20577"/>
          <ac:spMkLst>
            <pc:docMk/>
            <pc:sldMk cId="1822370155" sldId="269"/>
            <ac:spMk id="3" creationId="{06898650-1C93-F325-AC21-F89482EDBAF8}"/>
          </ac:spMkLst>
        </pc:spChg>
      </pc:sldChg>
      <pc:sldChg chg="addSp modSp mod modClrScheme chgLayout">
        <pc:chgData name="Sam Davies" userId="S::sam.davies01@student.wandw.ac.nz::2aa76847-dcdb-49ce-ad64-4c8b14150815" providerId="AD" clId="Web-{D5704378-ACC1-4182-7AF4-C06BB10B9DD0}" dt="2026-10-29T02:15:23.691" v="753" actId="1076"/>
        <pc:sldMkLst>
          <pc:docMk/>
          <pc:sldMk cId="3346734016" sldId="271"/>
        </pc:sldMkLst>
        <pc:spChg chg="mod ord">
          <ac:chgData name="Sam Davies" userId="S::sam.davies01@student.wandw.ac.nz::2aa76847-dcdb-49ce-ad64-4c8b14150815" providerId="AD" clId="Web-{D5704378-ACC1-4182-7AF4-C06BB10B9DD0}" dt="2026-10-29T02:13:54.297" v="708"/>
          <ac:spMkLst>
            <pc:docMk/>
            <pc:sldMk cId="3346734016" sldId="271"/>
            <ac:spMk id="2" creationId="{802B5A14-BEB6-ABDD-4AE2-4118259CB344}"/>
          </ac:spMkLst>
        </pc:spChg>
        <pc:spChg chg="add mod">
          <ac:chgData name="Sam Davies" userId="S::sam.davies01@student.wandw.ac.nz::2aa76847-dcdb-49ce-ad64-4c8b14150815" providerId="AD" clId="Web-{D5704378-ACC1-4182-7AF4-C06BB10B9DD0}" dt="2026-10-29T02:15:19.519" v="752" actId="1076"/>
          <ac:spMkLst>
            <pc:docMk/>
            <pc:sldMk cId="3346734016" sldId="271"/>
            <ac:spMk id="5" creationId="{8F350F77-DFC1-C1C1-2BCE-546AF5181555}"/>
          </ac:spMkLst>
        </pc:spChg>
      </pc:sldChg>
      <pc:sldChg chg="modSp">
        <pc:chgData name="Sam Davies" userId="S::sam.davies01@student.wandw.ac.nz::2aa76847-dcdb-49ce-ad64-4c8b14150815" providerId="AD" clId="Web-{D5704378-ACC1-4182-7AF4-C06BB10B9DD0}" dt="2026-10-29T02:01:44.684" v="684" actId="20577"/>
        <pc:sldMkLst>
          <pc:docMk/>
          <pc:sldMk cId="4059292594" sldId="273"/>
        </pc:sldMkLst>
        <pc:spChg chg="mod">
          <ac:chgData name="Sam Davies" userId="S::sam.davies01@student.wandw.ac.nz::2aa76847-dcdb-49ce-ad64-4c8b14150815" providerId="AD" clId="Web-{D5704378-ACC1-4182-7AF4-C06BB10B9DD0}" dt="2026-10-29T02:01:38.590" v="681" actId="20577"/>
          <ac:spMkLst>
            <pc:docMk/>
            <pc:sldMk cId="4059292594" sldId="273"/>
            <ac:spMk id="5" creationId="{E6CE42E8-9419-3179-0F9D-B8CD142899E2}"/>
          </ac:spMkLst>
        </pc:spChg>
        <pc:spChg chg="mod">
          <ac:chgData name="Sam Davies" userId="S::sam.davies01@student.wandw.ac.nz::2aa76847-dcdb-49ce-ad64-4c8b14150815" providerId="AD" clId="Web-{D5704378-ACC1-4182-7AF4-C06BB10B9DD0}" dt="2026-10-29T02:01:41.090" v="682" actId="20577"/>
          <ac:spMkLst>
            <pc:docMk/>
            <pc:sldMk cId="4059292594" sldId="273"/>
            <ac:spMk id="8" creationId="{379DD065-03FB-D8B8-DBC4-C9DCF762B477}"/>
          </ac:spMkLst>
        </pc:spChg>
        <pc:spChg chg="mod">
          <ac:chgData name="Sam Davies" userId="S::sam.davies01@student.wandw.ac.nz::2aa76847-dcdb-49ce-ad64-4c8b14150815" providerId="AD" clId="Web-{D5704378-ACC1-4182-7AF4-C06BB10B9DD0}" dt="2026-10-29T02:01:42.559" v="683" actId="20577"/>
          <ac:spMkLst>
            <pc:docMk/>
            <pc:sldMk cId="4059292594" sldId="273"/>
            <ac:spMk id="11" creationId="{8C6B0386-8755-F1E2-3B9C-E5BF007D17C6}"/>
          </ac:spMkLst>
        </pc:spChg>
      </pc:sldChg>
      <pc:sldChg chg="addSp delSp modSp">
        <pc:chgData name="Sam Davies" userId="S::sam.davies01@student.wandw.ac.nz::2aa76847-dcdb-49ce-ad64-4c8b14150815" providerId="AD" clId="Web-{D5704378-ACC1-4182-7AF4-C06BB10B9DD0}" dt="2026-10-29T01:56:13.917" v="507" actId="20577"/>
        <pc:sldMkLst>
          <pc:docMk/>
          <pc:sldMk cId="3456003015" sldId="276"/>
        </pc:sldMkLst>
        <pc:spChg chg="mod">
          <ac:chgData name="Sam Davies" userId="S::sam.davies01@student.wandw.ac.nz::2aa76847-dcdb-49ce-ad64-4c8b14150815" providerId="AD" clId="Web-{D5704378-ACC1-4182-7AF4-C06BB10B9DD0}" dt="2026-10-29T01:56:13.917" v="507" actId="20577"/>
          <ac:spMkLst>
            <pc:docMk/>
            <pc:sldMk cId="3456003015" sldId="276"/>
            <ac:spMk id="10" creationId="{4BE1D838-551E-F02F-E03E-292872157423}"/>
          </ac:spMkLst>
        </pc:spChg>
      </pc:sldChg>
    </pc:docChg>
  </pc:docChgLst>
  <pc:docChgLst>
    <pc:chgData name="matt.baker01" userId="46907c2f-7c68-4501-b64a-6411678f163c" providerId="ADAL" clId="{05FAE4D4-7815-46AF-88CA-42D39F0A617C}"/>
    <pc:docChg chg="undo custSel addSld delSld modSld sldOrd">
      <pc:chgData name="matt.baker01" userId="46907c2f-7c68-4501-b64a-6411678f163c" providerId="ADAL" clId="{05FAE4D4-7815-46AF-88CA-42D39F0A617C}" dt="2026-10-31T01:52:34.003" v="8545" actId="20577"/>
      <pc:docMkLst>
        <pc:docMk/>
      </pc:docMkLst>
      <pc:sldChg chg="delSp modSp mod">
        <pc:chgData name="matt.baker01" userId="46907c2f-7c68-4501-b64a-6411678f163c" providerId="ADAL" clId="{05FAE4D4-7815-46AF-88CA-42D39F0A617C}" dt="2026-10-31T01:43:34.630" v="8534" actId="1035"/>
        <pc:sldMkLst>
          <pc:docMk/>
          <pc:sldMk cId="3469609952" sldId="257"/>
        </pc:sldMkLst>
        <pc:spChg chg="mod">
          <ac:chgData name="matt.baker01" userId="46907c2f-7c68-4501-b64a-6411678f163c" providerId="ADAL" clId="{05FAE4D4-7815-46AF-88CA-42D39F0A617C}" dt="2026-10-31T01:31:16.720" v="8492" actId="255"/>
          <ac:spMkLst>
            <pc:docMk/>
            <pc:sldMk cId="3469609952" sldId="257"/>
            <ac:spMk id="3" creationId="{98B2709F-7092-C4DF-2680-CEE381877C3F}"/>
          </ac:spMkLst>
        </pc:spChg>
        <pc:spChg chg="mod">
          <ac:chgData name="matt.baker01" userId="46907c2f-7c68-4501-b64a-6411678f163c" providerId="ADAL" clId="{05FAE4D4-7815-46AF-88CA-42D39F0A617C}" dt="2026-10-31T01:43:34.630" v="8534" actId="1035"/>
          <ac:spMkLst>
            <pc:docMk/>
            <pc:sldMk cId="3469609952" sldId="257"/>
            <ac:spMk id="4" creationId="{456C36CC-53CB-7AA5-1FBD-47D650074C0F}"/>
          </ac:spMkLst>
        </pc:spChg>
        <pc:spChg chg="del">
          <ac:chgData name="matt.baker01" userId="46907c2f-7c68-4501-b64a-6411678f163c" providerId="ADAL" clId="{05FAE4D4-7815-46AF-88CA-42D39F0A617C}" dt="2026-10-30T21:51:30.921" v="3755" actId="478"/>
          <ac:spMkLst>
            <pc:docMk/>
            <pc:sldMk cId="3469609952" sldId="257"/>
            <ac:spMk id="19" creationId="{D219EDCF-49EA-8EFF-3986-6F810E6BE689}"/>
          </ac:spMkLst>
        </pc:spChg>
      </pc:sldChg>
      <pc:sldChg chg="addSp delSp modSp mod">
        <pc:chgData name="matt.baker01" userId="46907c2f-7c68-4501-b64a-6411678f163c" providerId="ADAL" clId="{05FAE4D4-7815-46AF-88CA-42D39F0A617C}" dt="2026-10-31T01:45:45.387" v="8541" actId="20577"/>
        <pc:sldMkLst>
          <pc:docMk/>
          <pc:sldMk cId="1873885871" sldId="259"/>
        </pc:sldMkLst>
        <pc:spChg chg="mod">
          <ac:chgData name="matt.baker01" userId="46907c2f-7c68-4501-b64a-6411678f163c" providerId="ADAL" clId="{05FAE4D4-7815-46AF-88CA-42D39F0A617C}" dt="2026-10-31T01:45:45.387" v="8541" actId="20577"/>
          <ac:spMkLst>
            <pc:docMk/>
            <pc:sldMk cId="1873885871" sldId="259"/>
            <ac:spMk id="2" creationId="{54E3A267-86E4-EC9F-B6B6-A7DCCABDBE12}"/>
          </ac:spMkLst>
        </pc:spChg>
        <pc:spChg chg="mod">
          <ac:chgData name="matt.baker01" userId="46907c2f-7c68-4501-b64a-6411678f163c" providerId="ADAL" clId="{05FAE4D4-7815-46AF-88CA-42D39F0A617C}" dt="2026-10-31T01:31:48.096" v="8494" actId="20577"/>
          <ac:spMkLst>
            <pc:docMk/>
            <pc:sldMk cId="1873885871" sldId="259"/>
            <ac:spMk id="3" creationId="{052098D0-DD9A-E09A-83DC-15F697CC3E8F}"/>
          </ac:spMkLst>
        </pc:spChg>
        <pc:picChg chg="add del mod">
          <ac:chgData name="matt.baker01" userId="46907c2f-7c68-4501-b64a-6411678f163c" providerId="ADAL" clId="{05FAE4D4-7815-46AF-88CA-42D39F0A617C}" dt="2026-10-31T00:40:28.070" v="8466" actId="22"/>
          <ac:picMkLst>
            <pc:docMk/>
            <pc:sldMk cId="1873885871" sldId="259"/>
            <ac:picMk id="6" creationId="{6A447002-719E-89EF-3EA7-E7D8F95AC228}"/>
          </ac:picMkLst>
        </pc:picChg>
        <pc:picChg chg="add mod">
          <ac:chgData name="matt.baker01" userId="46907c2f-7c68-4501-b64a-6411678f163c" providerId="ADAL" clId="{05FAE4D4-7815-46AF-88CA-42D39F0A617C}" dt="2026-10-31T00:41:28.100" v="8480" actId="1036"/>
          <ac:picMkLst>
            <pc:docMk/>
            <pc:sldMk cId="1873885871" sldId="259"/>
            <ac:picMk id="8" creationId="{CB92E13C-9CC3-AAB9-3ABD-B27952B16B01}"/>
          </ac:picMkLst>
        </pc:picChg>
        <pc:picChg chg="del">
          <ac:chgData name="matt.baker01" userId="46907c2f-7c68-4501-b64a-6411678f163c" providerId="ADAL" clId="{05FAE4D4-7815-46AF-88CA-42D39F0A617C}" dt="2026-10-31T00:40:48.284" v="8470" actId="478"/>
          <ac:picMkLst>
            <pc:docMk/>
            <pc:sldMk cId="1873885871" sldId="259"/>
            <ac:picMk id="35" creationId="{A95C3724-CC74-A7C6-F8A6-6DF79E034DCD}"/>
          </ac:picMkLst>
        </pc:picChg>
      </pc:sldChg>
      <pc:sldChg chg="addSp delSp modSp mod">
        <pc:chgData name="matt.baker01" userId="46907c2f-7c68-4501-b64a-6411678f163c" providerId="ADAL" clId="{05FAE4D4-7815-46AF-88CA-42D39F0A617C}" dt="2026-10-30T23:34:19.918" v="6119" actId="20577"/>
        <pc:sldMkLst>
          <pc:docMk/>
          <pc:sldMk cId="1508039378" sldId="260"/>
        </pc:sldMkLst>
        <pc:spChg chg="mod">
          <ac:chgData name="matt.baker01" userId="46907c2f-7c68-4501-b64a-6411678f163c" providerId="ADAL" clId="{05FAE4D4-7815-46AF-88CA-42D39F0A617C}" dt="2026-10-30T23:09:15.957" v="4232" actId="20577"/>
          <ac:spMkLst>
            <pc:docMk/>
            <pc:sldMk cId="1508039378" sldId="260"/>
            <ac:spMk id="2" creationId="{F82313FF-E954-E53A-1C59-C60CD16384E0}"/>
          </ac:spMkLst>
        </pc:spChg>
        <pc:spChg chg="mod">
          <ac:chgData name="matt.baker01" userId="46907c2f-7c68-4501-b64a-6411678f163c" providerId="ADAL" clId="{05FAE4D4-7815-46AF-88CA-42D39F0A617C}" dt="2026-10-30T23:34:19.918" v="6119" actId="20577"/>
          <ac:spMkLst>
            <pc:docMk/>
            <pc:sldMk cId="1508039378" sldId="260"/>
            <ac:spMk id="3" creationId="{AFC45100-EFAE-B274-E3F7-92B37B6A09FD}"/>
          </ac:spMkLst>
        </pc:spChg>
        <pc:spChg chg="add del mod">
          <ac:chgData name="matt.baker01" userId="46907c2f-7c68-4501-b64a-6411678f163c" providerId="ADAL" clId="{05FAE4D4-7815-46AF-88CA-42D39F0A617C}" dt="2026-10-30T23:34:06.954" v="6088"/>
          <ac:spMkLst>
            <pc:docMk/>
            <pc:sldMk cId="1508039378" sldId="260"/>
            <ac:spMk id="7" creationId="{F18D8156-0D96-2CF6-3087-CAA3D3224502}"/>
          </ac:spMkLst>
        </pc:spChg>
        <pc:picChg chg="add del mod">
          <ac:chgData name="matt.baker01" userId="46907c2f-7c68-4501-b64a-6411678f163c" providerId="ADAL" clId="{05FAE4D4-7815-46AF-88CA-42D39F0A617C}" dt="2026-10-30T23:26:48.328" v="5277" actId="478"/>
          <ac:picMkLst>
            <pc:docMk/>
            <pc:sldMk cId="1508039378" sldId="260"/>
            <ac:picMk id="6" creationId="{3AAF5423-9A9A-C12A-EEE9-CF14A60B35D1}"/>
          </ac:picMkLst>
        </pc:picChg>
        <pc:picChg chg="mod">
          <ac:chgData name="matt.baker01" userId="46907c2f-7c68-4501-b64a-6411678f163c" providerId="ADAL" clId="{05FAE4D4-7815-46AF-88CA-42D39F0A617C}" dt="2026-10-30T23:33:02.012" v="5932" actId="14100"/>
          <ac:picMkLst>
            <pc:docMk/>
            <pc:sldMk cId="1508039378" sldId="260"/>
            <ac:picMk id="20" creationId="{51B87803-B629-0600-BA1E-5CA0A04049A9}"/>
          </ac:picMkLst>
        </pc:picChg>
      </pc:sldChg>
      <pc:sldChg chg="addSp delSp modSp mod setBg">
        <pc:chgData name="matt.baker01" userId="46907c2f-7c68-4501-b64a-6411678f163c" providerId="ADAL" clId="{05FAE4D4-7815-46AF-88CA-42D39F0A617C}" dt="2026-10-31T00:22:35.797" v="8040" actId="478"/>
        <pc:sldMkLst>
          <pc:docMk/>
          <pc:sldMk cId="206983872" sldId="261"/>
        </pc:sldMkLst>
        <pc:spChg chg="del mod">
          <ac:chgData name="matt.baker01" userId="46907c2f-7c68-4501-b64a-6411678f163c" providerId="ADAL" clId="{05FAE4D4-7815-46AF-88CA-42D39F0A617C}" dt="2026-10-31T00:08:32.849" v="7281" actId="478"/>
          <ac:spMkLst>
            <pc:docMk/>
            <pc:sldMk cId="206983872" sldId="261"/>
            <ac:spMk id="3" creationId="{FE549885-A9A1-369F-3247-E889A85FD011}"/>
          </ac:spMkLst>
        </pc:spChg>
        <pc:spChg chg="mod">
          <ac:chgData name="matt.baker01" userId="46907c2f-7c68-4501-b64a-6411678f163c" providerId="ADAL" clId="{05FAE4D4-7815-46AF-88CA-42D39F0A617C}" dt="2026-10-30T23:51:00.157" v="6770" actId="20577"/>
          <ac:spMkLst>
            <pc:docMk/>
            <pc:sldMk cId="206983872" sldId="261"/>
            <ac:spMk id="4" creationId="{61AB594F-AFCE-0D4B-5454-CC6B5ABC41E9}"/>
          </ac:spMkLst>
        </pc:spChg>
        <pc:spChg chg="add del mod">
          <ac:chgData name="matt.baker01" userId="46907c2f-7c68-4501-b64a-6411678f163c" providerId="ADAL" clId="{05FAE4D4-7815-46AF-88CA-42D39F0A617C}" dt="2026-10-31T00:09:58.156" v="7314" actId="478"/>
          <ac:spMkLst>
            <pc:docMk/>
            <pc:sldMk cId="206983872" sldId="261"/>
            <ac:spMk id="19" creationId="{39E0C726-4EC3-A3FE-07D4-1E8CA2ED14CC}"/>
          </ac:spMkLst>
        </pc:spChg>
        <pc:picChg chg="add del mod ord">
          <ac:chgData name="matt.baker01" userId="46907c2f-7c68-4501-b64a-6411678f163c" providerId="ADAL" clId="{05FAE4D4-7815-46AF-88CA-42D39F0A617C}" dt="2026-10-30T23:56:12.307" v="6840" actId="478"/>
          <ac:picMkLst>
            <pc:docMk/>
            <pc:sldMk cId="206983872" sldId="261"/>
            <ac:picMk id="7" creationId="{9BB1668F-F1C4-296F-A3F8-E1890E00B385}"/>
          </ac:picMkLst>
        </pc:picChg>
        <pc:picChg chg="add del mod">
          <ac:chgData name="matt.baker01" userId="46907c2f-7c68-4501-b64a-6411678f163c" providerId="ADAL" clId="{05FAE4D4-7815-46AF-88CA-42D39F0A617C}" dt="2026-10-30T23:56:26.952" v="6844" actId="478"/>
          <ac:picMkLst>
            <pc:docMk/>
            <pc:sldMk cId="206983872" sldId="261"/>
            <ac:picMk id="9" creationId="{0E68F5DA-6D26-722F-277C-E81142F0B7D7}"/>
          </ac:picMkLst>
        </pc:picChg>
        <pc:picChg chg="add del mod">
          <ac:chgData name="matt.baker01" userId="46907c2f-7c68-4501-b64a-6411678f163c" providerId="ADAL" clId="{05FAE4D4-7815-46AF-88CA-42D39F0A617C}" dt="2026-10-31T00:22:35.797" v="8040" actId="478"/>
          <ac:picMkLst>
            <pc:docMk/>
            <pc:sldMk cId="206983872" sldId="261"/>
            <ac:picMk id="11" creationId="{356EB5A7-BC8B-B68A-406A-84B8D18983F1}"/>
          </ac:picMkLst>
        </pc:picChg>
        <pc:picChg chg="add mod">
          <ac:chgData name="matt.baker01" userId="46907c2f-7c68-4501-b64a-6411678f163c" providerId="ADAL" clId="{05FAE4D4-7815-46AF-88CA-42D39F0A617C}" dt="2026-10-31T00:19:09.723" v="8036" actId="1582"/>
          <ac:picMkLst>
            <pc:docMk/>
            <pc:sldMk cId="206983872" sldId="261"/>
            <ac:picMk id="13" creationId="{4E431470-A6E7-2402-C4AC-F4500A7EDA92}"/>
          </ac:picMkLst>
        </pc:picChg>
        <pc:picChg chg="add del mod">
          <ac:chgData name="matt.baker01" userId="46907c2f-7c68-4501-b64a-6411678f163c" providerId="ADAL" clId="{05FAE4D4-7815-46AF-88CA-42D39F0A617C}" dt="2026-10-30T23:58:27.878" v="6878" actId="478"/>
          <ac:picMkLst>
            <pc:docMk/>
            <pc:sldMk cId="206983872" sldId="261"/>
            <ac:picMk id="15" creationId="{6E8884DE-C851-9DCF-9AAB-27DBE6CF514A}"/>
          </ac:picMkLst>
        </pc:picChg>
        <pc:picChg chg="add mod">
          <ac:chgData name="matt.baker01" userId="46907c2f-7c68-4501-b64a-6411678f163c" providerId="ADAL" clId="{05FAE4D4-7815-46AF-88CA-42D39F0A617C}" dt="2026-10-31T00:19:09.723" v="8036" actId="1582"/>
          <ac:picMkLst>
            <pc:docMk/>
            <pc:sldMk cId="206983872" sldId="261"/>
            <ac:picMk id="17" creationId="{28CA2B34-38CB-6433-D901-05EAEC190943}"/>
          </ac:picMkLst>
        </pc:picChg>
      </pc:sldChg>
      <pc:sldChg chg="addSp delSp modSp mod">
        <pc:chgData name="matt.baker01" userId="46907c2f-7c68-4501-b64a-6411678f163c" providerId="ADAL" clId="{05FAE4D4-7815-46AF-88CA-42D39F0A617C}" dt="2026-10-30T22:18:20.379" v="4083" actId="20577"/>
        <pc:sldMkLst>
          <pc:docMk/>
          <pc:sldMk cId="2510012706" sldId="262"/>
        </pc:sldMkLst>
        <pc:spChg chg="mod">
          <ac:chgData name="matt.baker01" userId="46907c2f-7c68-4501-b64a-6411678f163c" providerId="ADAL" clId="{05FAE4D4-7815-46AF-88CA-42D39F0A617C}" dt="2026-10-30T22:18:20.379" v="4083" actId="20577"/>
          <ac:spMkLst>
            <pc:docMk/>
            <pc:sldMk cId="2510012706" sldId="262"/>
            <ac:spMk id="3" creationId="{0B65E64D-8438-7626-94A8-E0C546572830}"/>
          </ac:spMkLst>
        </pc:spChg>
        <pc:picChg chg="add mod">
          <ac:chgData name="matt.baker01" userId="46907c2f-7c68-4501-b64a-6411678f163c" providerId="ADAL" clId="{05FAE4D4-7815-46AF-88CA-42D39F0A617C}" dt="2026-10-29T01:34:58.422" v="328" actId="1038"/>
          <ac:picMkLst>
            <pc:docMk/>
            <pc:sldMk cId="2510012706" sldId="262"/>
            <ac:picMk id="4" creationId="{D3781214-3E85-44CA-C8DC-77B50BB5E63B}"/>
          </ac:picMkLst>
        </pc:picChg>
      </pc:sldChg>
      <pc:sldChg chg="addSp delSp modSp mod">
        <pc:chgData name="matt.baker01" userId="46907c2f-7c68-4501-b64a-6411678f163c" providerId="ADAL" clId="{05FAE4D4-7815-46AF-88CA-42D39F0A617C}" dt="2026-10-31T00:19:57.111" v="8037" actId="478"/>
        <pc:sldMkLst>
          <pc:docMk/>
          <pc:sldMk cId="1310119030" sldId="266"/>
        </pc:sldMkLst>
        <pc:spChg chg="del">
          <ac:chgData name="matt.baker01" userId="46907c2f-7c68-4501-b64a-6411678f163c" providerId="ADAL" clId="{05FAE4D4-7815-46AF-88CA-42D39F0A617C}" dt="2026-10-31T00:19:57.111" v="8037" actId="478"/>
          <ac:spMkLst>
            <pc:docMk/>
            <pc:sldMk cId="1310119030" sldId="266"/>
            <ac:spMk id="3" creationId="{4304F670-7D8D-7CDE-7CD8-6AD8A676A540}"/>
          </ac:spMkLst>
        </pc:spChg>
        <pc:picChg chg="add mod">
          <ac:chgData name="matt.baker01" userId="46907c2f-7c68-4501-b64a-6411678f163c" providerId="ADAL" clId="{05FAE4D4-7815-46AF-88CA-42D39F0A617C}" dt="2026-10-31T00:06:59.178" v="7278" actId="14861"/>
          <ac:picMkLst>
            <pc:docMk/>
            <pc:sldMk cId="1310119030" sldId="266"/>
            <ac:picMk id="9" creationId="{7249B54C-37C4-5AB3-836F-32A220EE6BBF}"/>
          </ac:picMkLst>
        </pc:picChg>
      </pc:sldChg>
      <pc:sldChg chg="addSp delSp modSp mod">
        <pc:chgData name="matt.baker01" userId="46907c2f-7c68-4501-b64a-6411678f163c" providerId="ADAL" clId="{05FAE4D4-7815-46AF-88CA-42D39F0A617C}" dt="2026-10-31T01:06:04.291" v="8490" actId="20577"/>
        <pc:sldMkLst>
          <pc:docMk/>
          <pc:sldMk cId="3646000603" sldId="267"/>
        </pc:sldMkLst>
        <pc:spChg chg="mod">
          <ac:chgData name="matt.baker01" userId="46907c2f-7c68-4501-b64a-6411678f163c" providerId="ADAL" clId="{05FAE4D4-7815-46AF-88CA-42D39F0A617C}" dt="2026-10-31T01:06:04.291" v="8490" actId="20577"/>
          <ac:spMkLst>
            <pc:docMk/>
            <pc:sldMk cId="3646000603" sldId="267"/>
            <ac:spMk id="3" creationId="{0906C58C-A390-F67E-B87D-F3B2F50E0601}"/>
          </ac:spMkLst>
        </pc:spChg>
        <pc:picChg chg="add del">
          <ac:chgData name="matt.baker01" userId="46907c2f-7c68-4501-b64a-6411678f163c" providerId="ADAL" clId="{05FAE4D4-7815-46AF-88CA-42D39F0A617C}" dt="2026-10-31T00:42:34.007" v="8486" actId="478"/>
          <ac:picMkLst>
            <pc:docMk/>
            <pc:sldMk cId="3646000603" sldId="267"/>
            <ac:picMk id="5" creationId="{A7741712-5F64-0D1C-0873-0029A1B19F46}"/>
          </ac:picMkLst>
        </pc:picChg>
        <pc:picChg chg="add del mod">
          <ac:chgData name="matt.baker01" userId="46907c2f-7c68-4501-b64a-6411678f163c" providerId="ADAL" clId="{05FAE4D4-7815-46AF-88CA-42D39F0A617C}" dt="2026-10-31T00:42:34.355" v="8487" actId="22"/>
          <ac:picMkLst>
            <pc:docMk/>
            <pc:sldMk cId="3646000603" sldId="267"/>
            <ac:picMk id="7" creationId="{C2ECF105-FD7F-C7CE-4EEF-51B2DC5AA491}"/>
          </ac:picMkLst>
        </pc:picChg>
      </pc:sldChg>
      <pc:sldChg chg="modSp mod">
        <pc:chgData name="matt.baker01" userId="46907c2f-7c68-4501-b64a-6411678f163c" providerId="ADAL" clId="{05FAE4D4-7815-46AF-88CA-42D39F0A617C}" dt="2026-10-31T00:28:06.801" v="8264" actId="20577"/>
        <pc:sldMkLst>
          <pc:docMk/>
          <pc:sldMk cId="1822370155" sldId="269"/>
        </pc:sldMkLst>
        <pc:spChg chg="mod">
          <ac:chgData name="matt.baker01" userId="46907c2f-7c68-4501-b64a-6411678f163c" providerId="ADAL" clId="{05FAE4D4-7815-46AF-88CA-42D39F0A617C}" dt="2026-10-31T00:28:06.801" v="8264" actId="20577"/>
          <ac:spMkLst>
            <pc:docMk/>
            <pc:sldMk cId="1822370155" sldId="269"/>
            <ac:spMk id="3" creationId="{06898650-1C93-F325-AC21-F89482EDBAF8}"/>
          </ac:spMkLst>
        </pc:spChg>
      </pc:sldChg>
      <pc:sldChg chg="addSp delSp modSp mod">
        <pc:chgData name="matt.baker01" userId="46907c2f-7c68-4501-b64a-6411678f163c" providerId="ADAL" clId="{05FAE4D4-7815-46AF-88CA-42D39F0A617C}" dt="2026-10-31T00:27:10.322" v="8088" actId="478"/>
        <pc:sldMkLst>
          <pc:docMk/>
          <pc:sldMk cId="3346734016" sldId="271"/>
        </pc:sldMkLst>
        <pc:spChg chg="del mod">
          <ac:chgData name="matt.baker01" userId="46907c2f-7c68-4501-b64a-6411678f163c" providerId="ADAL" clId="{05FAE4D4-7815-46AF-88CA-42D39F0A617C}" dt="2026-10-31T00:03:30.001" v="7152" actId="478"/>
          <ac:spMkLst>
            <pc:docMk/>
            <pc:sldMk cId="3346734016" sldId="271"/>
            <ac:spMk id="3" creationId="{926FD270-FF49-E3B0-F2C3-EE7C66BE3008}"/>
          </ac:spMkLst>
        </pc:spChg>
        <pc:spChg chg="add del mod">
          <ac:chgData name="matt.baker01" userId="46907c2f-7c68-4501-b64a-6411678f163c" providerId="ADAL" clId="{05FAE4D4-7815-46AF-88CA-42D39F0A617C}" dt="2026-10-31T00:27:10.322" v="8088" actId="478"/>
          <ac:spMkLst>
            <pc:docMk/>
            <pc:sldMk cId="3346734016" sldId="271"/>
            <ac:spMk id="7" creationId="{8551561A-748C-C07B-4999-0B1FA713015C}"/>
          </ac:spMkLst>
        </pc:spChg>
      </pc:sldChg>
      <pc:sldChg chg="addSp delSp modSp mod">
        <pc:chgData name="matt.baker01" userId="46907c2f-7c68-4501-b64a-6411678f163c" providerId="ADAL" clId="{05FAE4D4-7815-46AF-88CA-42D39F0A617C}" dt="2026-10-31T01:48:58.963" v="8542" actId="20577"/>
        <pc:sldMkLst>
          <pc:docMk/>
          <pc:sldMk cId="1154527499" sldId="272"/>
        </pc:sldMkLst>
        <pc:spChg chg="mod">
          <ac:chgData name="matt.baker01" userId="46907c2f-7c68-4501-b64a-6411678f163c" providerId="ADAL" clId="{05FAE4D4-7815-46AF-88CA-42D39F0A617C}" dt="2026-10-31T01:48:58.963" v="8542" actId="20577"/>
          <ac:spMkLst>
            <pc:docMk/>
            <pc:sldMk cId="1154527499" sldId="272"/>
            <ac:spMk id="2" creationId="{36DA2C24-AE1C-9980-0C52-A02E68A3236F}"/>
          </ac:spMkLst>
        </pc:spChg>
        <pc:spChg chg="add mod">
          <ac:chgData name="matt.baker01" userId="46907c2f-7c68-4501-b64a-6411678f163c" providerId="ADAL" clId="{05FAE4D4-7815-46AF-88CA-42D39F0A617C}" dt="2026-10-29T01:41:28.220" v="766" actId="20577"/>
          <ac:spMkLst>
            <pc:docMk/>
            <pc:sldMk cId="1154527499" sldId="272"/>
            <ac:spMk id="4" creationId="{FCCA6DC0-356B-42D2-4A85-835A79105C43}"/>
          </ac:spMkLst>
        </pc:spChg>
        <pc:spChg chg="add mod">
          <ac:chgData name="matt.baker01" userId="46907c2f-7c68-4501-b64a-6411678f163c" providerId="ADAL" clId="{05FAE4D4-7815-46AF-88CA-42D39F0A617C}" dt="2026-10-29T01:42:18.369" v="863" actId="20577"/>
          <ac:spMkLst>
            <pc:docMk/>
            <pc:sldMk cId="1154527499" sldId="272"/>
            <ac:spMk id="5" creationId="{AD2AC287-ED5A-18F0-428B-C5103D2D476E}"/>
          </ac:spMkLst>
        </pc:spChg>
        <pc:spChg chg="mod">
          <ac:chgData name="matt.baker01" userId="46907c2f-7c68-4501-b64a-6411678f163c" providerId="ADAL" clId="{05FAE4D4-7815-46AF-88CA-42D39F0A617C}" dt="2026-10-29T01:18:36.974" v="91" actId="1076"/>
          <ac:spMkLst>
            <pc:docMk/>
            <pc:sldMk cId="1154527499" sldId="272"/>
            <ac:spMk id="12" creationId="{20269EBA-33A3-9523-C803-35FD0BD6390A}"/>
          </ac:spMkLst>
        </pc:spChg>
        <pc:spChg chg="mod">
          <ac:chgData name="matt.baker01" userId="46907c2f-7c68-4501-b64a-6411678f163c" providerId="ADAL" clId="{05FAE4D4-7815-46AF-88CA-42D39F0A617C}" dt="2026-10-29T01:18:36.974" v="91" actId="1076"/>
          <ac:spMkLst>
            <pc:docMk/>
            <pc:sldMk cId="1154527499" sldId="272"/>
            <ac:spMk id="13" creationId="{7C791ED7-D924-1023-4673-5248217ECB81}"/>
          </ac:spMkLst>
        </pc:spChg>
        <pc:spChg chg="mod">
          <ac:chgData name="matt.baker01" userId="46907c2f-7c68-4501-b64a-6411678f163c" providerId="ADAL" clId="{05FAE4D4-7815-46AF-88CA-42D39F0A617C}" dt="2026-10-29T01:43:29.314" v="896" actId="1037"/>
          <ac:spMkLst>
            <pc:docMk/>
            <pc:sldMk cId="1154527499" sldId="272"/>
            <ac:spMk id="14" creationId="{0D1BBBD0-2364-356C-5180-D2ACD230E073}"/>
          </ac:spMkLst>
        </pc:spChg>
        <pc:spChg chg="mod">
          <ac:chgData name="matt.baker01" userId="46907c2f-7c68-4501-b64a-6411678f163c" providerId="ADAL" clId="{05FAE4D4-7815-46AF-88CA-42D39F0A617C}" dt="2026-10-29T01:43:29.314" v="896" actId="1037"/>
          <ac:spMkLst>
            <pc:docMk/>
            <pc:sldMk cId="1154527499" sldId="272"/>
            <ac:spMk id="15" creationId="{7CDC1DBD-AA15-07B7-6CF5-A44EA0BB0CFD}"/>
          </ac:spMkLst>
        </pc:spChg>
        <pc:spChg chg="mod">
          <ac:chgData name="matt.baker01" userId="46907c2f-7c68-4501-b64a-6411678f163c" providerId="ADAL" clId="{05FAE4D4-7815-46AF-88CA-42D39F0A617C}" dt="2026-10-29T01:43:16.271" v="892" actId="1076"/>
          <ac:spMkLst>
            <pc:docMk/>
            <pc:sldMk cId="1154527499" sldId="272"/>
            <ac:spMk id="16" creationId="{1D5671E0-8D9C-A198-1CC5-9359E77837C2}"/>
          </ac:spMkLst>
        </pc:spChg>
        <pc:spChg chg="mod">
          <ac:chgData name="matt.baker01" userId="46907c2f-7c68-4501-b64a-6411678f163c" providerId="ADAL" clId="{05FAE4D4-7815-46AF-88CA-42D39F0A617C}" dt="2026-10-29T01:43:16.271" v="892" actId="1076"/>
          <ac:spMkLst>
            <pc:docMk/>
            <pc:sldMk cId="1154527499" sldId="272"/>
            <ac:spMk id="17" creationId="{72EB8AAE-D220-BFE8-F0A8-F78A9B724BB6}"/>
          </ac:spMkLst>
        </pc:spChg>
        <pc:spChg chg="mod">
          <ac:chgData name="matt.baker01" userId="46907c2f-7c68-4501-b64a-6411678f163c" providerId="ADAL" clId="{05FAE4D4-7815-46AF-88CA-42D39F0A617C}" dt="2026-10-29T01:40:56.943" v="758" actId="1037"/>
          <ac:spMkLst>
            <pc:docMk/>
            <pc:sldMk cId="1154527499" sldId="272"/>
            <ac:spMk id="20" creationId="{FC3BB79B-38A5-2DF3-EC3C-CA73361B195D}"/>
          </ac:spMkLst>
        </pc:spChg>
        <pc:spChg chg="mod">
          <ac:chgData name="matt.baker01" userId="46907c2f-7c68-4501-b64a-6411678f163c" providerId="ADAL" clId="{05FAE4D4-7815-46AF-88CA-42D39F0A617C}" dt="2026-10-29T01:40:56.943" v="758" actId="1037"/>
          <ac:spMkLst>
            <pc:docMk/>
            <pc:sldMk cId="1154527499" sldId="272"/>
            <ac:spMk id="21" creationId="{7395C8A9-4A7A-914E-7F44-8DE9D34DFB26}"/>
          </ac:spMkLst>
        </pc:spChg>
        <pc:spChg chg="add mod">
          <ac:chgData name="matt.baker01" userId="46907c2f-7c68-4501-b64a-6411678f163c" providerId="ADAL" clId="{05FAE4D4-7815-46AF-88CA-42D39F0A617C}" dt="2026-10-29T01:44:16.769" v="956" actId="1036"/>
          <ac:spMkLst>
            <pc:docMk/>
            <pc:sldMk cId="1154527499" sldId="272"/>
            <ac:spMk id="25" creationId="{57D1DC96-9E0C-B860-D629-B46F06676F37}"/>
          </ac:spMkLst>
        </pc:spChg>
        <pc:spChg chg="add mod">
          <ac:chgData name="matt.baker01" userId="46907c2f-7c68-4501-b64a-6411678f163c" providerId="ADAL" clId="{05FAE4D4-7815-46AF-88CA-42D39F0A617C}" dt="2026-10-29T01:44:16.769" v="956" actId="1036"/>
          <ac:spMkLst>
            <pc:docMk/>
            <pc:sldMk cId="1154527499" sldId="272"/>
            <ac:spMk id="26" creationId="{3FA4DB30-D872-F908-2E2E-6175831D205A}"/>
          </ac:spMkLst>
        </pc:spChg>
      </pc:sldChg>
      <pc:sldChg chg="addSp delSp modSp mod modNotesTx">
        <pc:chgData name="matt.baker01" userId="46907c2f-7c68-4501-b64a-6411678f163c" providerId="ADAL" clId="{05FAE4D4-7815-46AF-88CA-42D39F0A617C}" dt="2026-10-31T00:23:59.727" v="8050" actId="14861"/>
        <pc:sldMkLst>
          <pc:docMk/>
          <pc:sldMk cId="4059292594" sldId="273"/>
        </pc:sldMkLst>
        <pc:spChg chg="del">
          <ac:chgData name="matt.baker01" userId="46907c2f-7c68-4501-b64a-6411678f163c" providerId="ADAL" clId="{05FAE4D4-7815-46AF-88CA-42D39F0A617C}" dt="2026-10-31T00:09:28.142" v="7285" actId="478"/>
          <ac:spMkLst>
            <pc:docMk/>
            <pc:sldMk cId="4059292594" sldId="273"/>
            <ac:spMk id="19" creationId="{25807448-2103-EF6A-EF67-AA5D624B0A74}"/>
          </ac:spMkLst>
        </pc:spChg>
        <pc:picChg chg="add mod">
          <ac:chgData name="matt.baker01" userId="46907c2f-7c68-4501-b64a-6411678f163c" providerId="ADAL" clId="{05FAE4D4-7815-46AF-88CA-42D39F0A617C}" dt="2026-10-31T00:23:59.727" v="8050" actId="14861"/>
          <ac:picMkLst>
            <pc:docMk/>
            <pc:sldMk cId="4059292594" sldId="273"/>
            <ac:picMk id="17" creationId="{40EC537A-0738-9E7E-C940-6E15E145D1BA}"/>
          </ac:picMkLst>
        </pc:picChg>
      </pc:sldChg>
      <pc:sldChg chg="modSp mod">
        <pc:chgData name="matt.baker01" userId="46907c2f-7c68-4501-b64a-6411678f163c" providerId="ADAL" clId="{05FAE4D4-7815-46AF-88CA-42D39F0A617C}" dt="2026-10-31T00:41:45.690" v="8481" actId="255"/>
        <pc:sldMkLst>
          <pc:docMk/>
          <pc:sldMk cId="2793174502" sldId="274"/>
        </pc:sldMkLst>
        <pc:spChg chg="mod">
          <ac:chgData name="matt.baker01" userId="46907c2f-7c68-4501-b64a-6411678f163c" providerId="ADAL" clId="{05FAE4D4-7815-46AF-88CA-42D39F0A617C}" dt="2026-10-31T00:41:45.690" v="8481" actId="255"/>
          <ac:spMkLst>
            <pc:docMk/>
            <pc:sldMk cId="2793174502" sldId="274"/>
            <ac:spMk id="5" creationId="{F3E6C80E-6187-ECB8-33E1-ED7C9CD93D1C}"/>
          </ac:spMkLst>
        </pc:spChg>
        <pc:picChg chg="mod">
          <ac:chgData name="matt.baker01" userId="46907c2f-7c68-4501-b64a-6411678f163c" providerId="ADAL" clId="{05FAE4D4-7815-46AF-88CA-42D39F0A617C}" dt="2026-10-28T23:19:53.364" v="0" actId="1076"/>
          <ac:picMkLst>
            <pc:docMk/>
            <pc:sldMk cId="2793174502" sldId="274"/>
            <ac:picMk id="8" creationId="{206D23E1-3C7C-41D6-F275-4999BAEDDB9F}"/>
          </ac:picMkLst>
        </pc:picChg>
      </pc:sldChg>
      <pc:sldChg chg="addSp delSp modSp mod">
        <pc:chgData name="matt.baker01" userId="46907c2f-7c68-4501-b64a-6411678f163c" providerId="ADAL" clId="{05FAE4D4-7815-46AF-88CA-42D39F0A617C}" dt="2026-10-29T03:11:25.263" v="2756"/>
        <pc:sldMkLst>
          <pc:docMk/>
          <pc:sldMk cId="592013568" sldId="275"/>
        </pc:sldMkLst>
        <pc:spChg chg="mod">
          <ac:chgData name="matt.baker01" userId="46907c2f-7c68-4501-b64a-6411678f163c" providerId="ADAL" clId="{05FAE4D4-7815-46AF-88CA-42D39F0A617C}" dt="2026-10-29T02:58:58.284" v="2261" actId="20577"/>
          <ac:spMkLst>
            <pc:docMk/>
            <pc:sldMk cId="592013568" sldId="275"/>
            <ac:spMk id="4" creationId="{A1AA5498-5ACC-51F4-FFD4-E2279D7F9BBE}"/>
          </ac:spMkLst>
        </pc:spChg>
        <pc:spChg chg="mod">
          <ac:chgData name="matt.baker01" userId="46907c2f-7c68-4501-b64a-6411678f163c" providerId="ADAL" clId="{05FAE4D4-7815-46AF-88CA-42D39F0A617C}" dt="2026-10-29T02:59:15.335" v="2288" actId="20577"/>
          <ac:spMkLst>
            <pc:docMk/>
            <pc:sldMk cId="592013568" sldId="275"/>
            <ac:spMk id="10" creationId="{BC8EC63E-D4B2-BF88-FC3A-7BFEFE44B921}"/>
          </ac:spMkLst>
        </pc:spChg>
        <pc:spChg chg="mod">
          <ac:chgData name="matt.baker01" userId="46907c2f-7c68-4501-b64a-6411678f163c" providerId="ADAL" clId="{05FAE4D4-7815-46AF-88CA-42D39F0A617C}" dt="2026-10-29T03:00:44.672" v="2297" actId="20577"/>
          <ac:spMkLst>
            <pc:docMk/>
            <pc:sldMk cId="592013568" sldId="275"/>
            <ac:spMk id="13" creationId="{C8C0282B-DD42-3641-8EC4-D2D894BBD3F4}"/>
          </ac:spMkLst>
        </pc:spChg>
        <pc:picChg chg="add mod">
          <ac:chgData name="matt.baker01" userId="46907c2f-7c68-4501-b64a-6411678f163c" providerId="ADAL" clId="{05FAE4D4-7815-46AF-88CA-42D39F0A617C}" dt="2026-10-29T03:08:56.415" v="2750"/>
          <ac:picMkLst>
            <pc:docMk/>
            <pc:sldMk cId="592013568" sldId="275"/>
            <ac:picMk id="5" creationId="{52CC6701-59F9-3F0F-DA5F-31C3A6CFF6C1}"/>
          </ac:picMkLst>
        </pc:picChg>
        <pc:picChg chg="add mod ord">
          <ac:chgData name="matt.baker01" userId="46907c2f-7c68-4501-b64a-6411678f163c" providerId="ADAL" clId="{05FAE4D4-7815-46AF-88CA-42D39F0A617C}" dt="2026-10-29T03:11:25.263" v="2756"/>
          <ac:picMkLst>
            <pc:docMk/>
            <pc:sldMk cId="592013568" sldId="275"/>
            <ac:picMk id="20" creationId="{8CDFFAB1-B308-9E6C-8866-7F43375A04F4}"/>
          </ac:picMkLst>
        </pc:picChg>
      </pc:sldChg>
      <pc:sldChg chg="addSp delSp modSp mod">
        <pc:chgData name="matt.baker01" userId="46907c2f-7c68-4501-b64a-6411678f163c" providerId="ADAL" clId="{05FAE4D4-7815-46AF-88CA-42D39F0A617C}" dt="2026-10-31T00:39:28.845" v="8462" actId="1582"/>
        <pc:sldMkLst>
          <pc:docMk/>
          <pc:sldMk cId="3456003015" sldId="276"/>
        </pc:sldMkLst>
        <pc:spChg chg="mod">
          <ac:chgData name="matt.baker01" userId="46907c2f-7c68-4501-b64a-6411678f163c" providerId="ADAL" clId="{05FAE4D4-7815-46AF-88CA-42D39F0A617C}" dt="2026-10-30T23:52:25.137" v="6776" actId="14100"/>
          <ac:spMkLst>
            <pc:docMk/>
            <pc:sldMk cId="3456003015" sldId="276"/>
            <ac:spMk id="26" creationId="{85999358-C296-6020-6BD2-0118E466C337}"/>
          </ac:spMkLst>
        </pc:spChg>
        <pc:picChg chg="add del mod">
          <ac:chgData name="matt.baker01" userId="46907c2f-7c68-4501-b64a-6411678f163c" providerId="ADAL" clId="{05FAE4D4-7815-46AF-88CA-42D39F0A617C}" dt="2026-10-30T23:53:15.008" v="6782" actId="478"/>
          <ac:picMkLst>
            <pc:docMk/>
            <pc:sldMk cId="3456003015" sldId="276"/>
            <ac:picMk id="4" creationId="{FB3AF762-4593-2625-E0E1-8ABC0895A204}"/>
          </ac:picMkLst>
        </pc:picChg>
        <pc:picChg chg="add del mod">
          <ac:chgData name="matt.baker01" userId="46907c2f-7c68-4501-b64a-6411678f163c" providerId="ADAL" clId="{05FAE4D4-7815-46AF-88CA-42D39F0A617C}" dt="2026-10-31T00:38:18.975" v="8454" actId="478"/>
          <ac:picMkLst>
            <pc:docMk/>
            <pc:sldMk cId="3456003015" sldId="276"/>
            <ac:picMk id="6" creationId="{80835726-F126-6D85-688B-2765507CBFC4}"/>
          </ac:picMkLst>
        </pc:picChg>
        <pc:picChg chg="add mod">
          <ac:chgData name="matt.baker01" userId="46907c2f-7c68-4501-b64a-6411678f163c" providerId="ADAL" clId="{05FAE4D4-7815-46AF-88CA-42D39F0A617C}" dt="2026-10-31T00:39:28.845" v="8462" actId="1582"/>
          <ac:picMkLst>
            <pc:docMk/>
            <pc:sldMk cId="3456003015" sldId="276"/>
            <ac:picMk id="8" creationId="{A8490EDA-6FF1-5B60-86B9-2345D59497E2}"/>
          </ac:picMkLst>
        </pc:picChg>
      </pc:sldChg>
      <pc:sldChg chg="addSp delSp modSp new mod">
        <pc:chgData name="matt.baker01" userId="46907c2f-7c68-4501-b64a-6411678f163c" providerId="ADAL" clId="{05FAE4D4-7815-46AF-88CA-42D39F0A617C}" dt="2026-10-31T00:28:31.455" v="8292" actId="1076"/>
        <pc:sldMkLst>
          <pc:docMk/>
          <pc:sldMk cId="1748653593" sldId="277"/>
        </pc:sldMkLst>
        <pc:spChg chg="mod">
          <ac:chgData name="matt.baker01" userId="46907c2f-7c68-4501-b64a-6411678f163c" providerId="ADAL" clId="{05FAE4D4-7815-46AF-88CA-42D39F0A617C}" dt="2026-10-29T03:08:06.400" v="2748" actId="14100"/>
          <ac:spMkLst>
            <pc:docMk/>
            <pc:sldMk cId="1748653593" sldId="277"/>
            <ac:spMk id="2" creationId="{B2986284-0CB1-F6D4-12AA-F6E573067BB2}"/>
          </ac:spMkLst>
        </pc:spChg>
        <pc:spChg chg="mod">
          <ac:chgData name="matt.baker01" userId="46907c2f-7c68-4501-b64a-6411678f163c" providerId="ADAL" clId="{05FAE4D4-7815-46AF-88CA-42D39F0A617C}" dt="2026-10-29T03:01:07.284" v="2303" actId="20577"/>
          <ac:spMkLst>
            <pc:docMk/>
            <pc:sldMk cId="1748653593" sldId="277"/>
            <ac:spMk id="4" creationId="{34565908-ACEC-4FED-DA82-C464863CEBAE}"/>
          </ac:spMkLst>
        </pc:spChg>
        <pc:spChg chg="mod">
          <ac:chgData name="matt.baker01" userId="46907c2f-7c68-4501-b64a-6411678f163c" providerId="ADAL" clId="{05FAE4D4-7815-46AF-88CA-42D39F0A617C}" dt="2026-10-29T03:02:51.187" v="2578" actId="20577"/>
          <ac:spMkLst>
            <pc:docMk/>
            <pc:sldMk cId="1748653593" sldId="277"/>
            <ac:spMk id="5" creationId="{E408BC71-9D92-2E07-0AF9-E4A7B39CC7FD}"/>
          </ac:spMkLst>
        </pc:spChg>
        <pc:spChg chg="mod">
          <ac:chgData name="matt.baker01" userId="46907c2f-7c68-4501-b64a-6411678f163c" providerId="ADAL" clId="{05FAE4D4-7815-46AF-88CA-42D39F0A617C}" dt="2026-10-31T00:28:31.455" v="8292" actId="1076"/>
          <ac:spMkLst>
            <pc:docMk/>
            <pc:sldMk cId="1748653593" sldId="277"/>
            <ac:spMk id="7" creationId="{2F75E104-699C-068C-3E8F-C840740705D4}"/>
          </ac:spMkLst>
        </pc:spChg>
        <pc:spChg chg="mod">
          <ac:chgData name="matt.baker01" userId="46907c2f-7c68-4501-b64a-6411678f163c" providerId="ADAL" clId="{05FAE4D4-7815-46AF-88CA-42D39F0A617C}" dt="2026-10-29T03:05:57.444" v="2620" actId="20577"/>
          <ac:spMkLst>
            <pc:docMk/>
            <pc:sldMk cId="1748653593" sldId="277"/>
            <ac:spMk id="8" creationId="{651CB4FE-B785-7026-71E5-DE0D3BC688D7}"/>
          </ac:spMkLst>
        </pc:spChg>
        <pc:spChg chg="mod">
          <ac:chgData name="matt.baker01" userId="46907c2f-7c68-4501-b64a-6411678f163c" providerId="ADAL" clId="{05FAE4D4-7815-46AF-88CA-42D39F0A617C}" dt="2026-10-31T00:28:24.874" v="8290" actId="1035"/>
          <ac:spMkLst>
            <pc:docMk/>
            <pc:sldMk cId="1748653593" sldId="277"/>
            <ac:spMk id="10" creationId="{8629F52D-E0A4-BAC3-7C5E-D4025CFB065F}"/>
          </ac:spMkLst>
        </pc:spChg>
        <pc:spChg chg="mod">
          <ac:chgData name="matt.baker01" userId="46907c2f-7c68-4501-b64a-6411678f163c" providerId="ADAL" clId="{05FAE4D4-7815-46AF-88CA-42D39F0A617C}" dt="2026-10-31T00:28:24.874" v="8290" actId="1035"/>
          <ac:spMkLst>
            <pc:docMk/>
            <pc:sldMk cId="1748653593" sldId="277"/>
            <ac:spMk id="11" creationId="{1B98E198-95B0-1B3F-ACA6-800F509C105B}"/>
          </ac:spMkLst>
        </pc:spChg>
        <pc:picChg chg="add mod">
          <ac:chgData name="matt.baker01" userId="46907c2f-7c68-4501-b64a-6411678f163c" providerId="ADAL" clId="{05FAE4D4-7815-46AF-88CA-42D39F0A617C}" dt="2026-10-29T03:03:16.070" v="2579"/>
          <ac:picMkLst>
            <pc:docMk/>
            <pc:sldMk cId="1748653593" sldId="277"/>
            <ac:picMk id="12" creationId="{1449324A-315A-8174-44A7-D9F7FF7C5131}"/>
          </ac:picMkLst>
        </pc:picChg>
        <pc:picChg chg="add mod">
          <ac:chgData name="matt.baker01" userId="46907c2f-7c68-4501-b64a-6411678f163c" providerId="ADAL" clId="{05FAE4D4-7815-46AF-88CA-42D39F0A617C}" dt="2026-10-29T03:05:46.087" v="2580"/>
          <ac:picMkLst>
            <pc:docMk/>
            <pc:sldMk cId="1748653593" sldId="277"/>
            <ac:picMk id="13" creationId="{12D0C35D-F70B-6013-D01D-00E409207FFF}"/>
          </ac:picMkLst>
        </pc:picChg>
      </pc:sldChg>
      <pc:sldChg chg="addSp delSp modSp new mod">
        <pc:chgData name="matt.baker01" userId="46907c2f-7c68-4501-b64a-6411678f163c" providerId="ADAL" clId="{05FAE4D4-7815-46AF-88CA-42D39F0A617C}" dt="2026-10-31T00:35:19.902" v="8449" actId="12"/>
        <pc:sldMkLst>
          <pc:docMk/>
          <pc:sldMk cId="945336375" sldId="278"/>
        </pc:sldMkLst>
        <pc:spChg chg="mod">
          <ac:chgData name="matt.baker01" userId="46907c2f-7c68-4501-b64a-6411678f163c" providerId="ADAL" clId="{05FAE4D4-7815-46AF-88CA-42D39F0A617C}" dt="2026-10-30T21:29:15.672" v="3251" actId="20577"/>
          <ac:spMkLst>
            <pc:docMk/>
            <pc:sldMk cId="945336375" sldId="278"/>
            <ac:spMk id="2" creationId="{55BDE0EB-B98E-3B3C-D608-1526BB8A5A7C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4" creationId="{FE2A14F4-D699-37C7-A18F-AC28AFC534AF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5" creationId="{CC7E47E5-9725-7A88-AAC0-434B8E709179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7" creationId="{1FC523BE-415D-8C4F-AE4A-AB8C7C0366E9}"/>
          </ac:spMkLst>
        </pc:spChg>
        <pc:spChg chg="mod">
          <ac:chgData name="matt.baker01" userId="46907c2f-7c68-4501-b64a-6411678f163c" providerId="ADAL" clId="{05FAE4D4-7815-46AF-88CA-42D39F0A617C}" dt="2026-10-31T00:35:19.902" v="8449" actId="12"/>
          <ac:spMkLst>
            <pc:docMk/>
            <pc:sldMk cId="945336375" sldId="278"/>
            <ac:spMk id="8" creationId="{EE8F0AC1-5B09-7347-97B4-C899CB63EF3C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10" creationId="{2E6058E0-87F7-ACE4-57A7-EDFB42D7226E}"/>
          </ac:spMkLst>
        </pc:spChg>
        <pc:spChg chg="mod">
          <ac:chgData name="matt.baker01" userId="46907c2f-7c68-4501-b64a-6411678f163c" providerId="ADAL" clId="{05FAE4D4-7815-46AF-88CA-42D39F0A617C}" dt="2026-10-30T23:31:07.549" v="5715" actId="1036"/>
          <ac:spMkLst>
            <pc:docMk/>
            <pc:sldMk cId="945336375" sldId="278"/>
            <ac:spMk id="11" creationId="{AA2B19D6-B861-28CD-26FB-8FA6C38E51DE}"/>
          </ac:spMkLst>
        </pc:spChg>
      </pc:sldChg>
      <pc:sldChg chg="modSp mod">
        <pc:chgData name="matt.baker01" userId="46907c2f-7c68-4501-b64a-6411678f163c" providerId="ADAL" clId="{05FAE4D4-7815-46AF-88CA-42D39F0A617C}" dt="2026-10-31T00:33:54.862" v="8446" actId="20577"/>
        <pc:sldMkLst>
          <pc:docMk/>
          <pc:sldMk cId="2074615870" sldId="279"/>
        </pc:sldMkLst>
        <pc:spChg chg="mod">
          <ac:chgData name="matt.baker01" userId="46907c2f-7c68-4501-b64a-6411678f163c" providerId="ADAL" clId="{05FAE4D4-7815-46AF-88CA-42D39F0A617C}" dt="2026-10-31T00:33:54.862" v="8446" actId="20577"/>
          <ac:spMkLst>
            <pc:docMk/>
            <pc:sldMk cId="2074615870" sldId="279"/>
            <ac:spMk id="3" creationId="{25543720-3B82-82A1-B21A-DBE0175F8D55}"/>
          </ac:spMkLst>
        </pc:spChg>
      </pc:sldChg>
      <pc:sldChg chg="addSp delSp modSp new mod ord">
        <pc:chgData name="matt.baker01" userId="46907c2f-7c68-4501-b64a-6411678f163c" providerId="ADAL" clId="{05FAE4D4-7815-46AF-88CA-42D39F0A617C}" dt="2026-10-30T23:23:03.720" v="5107" actId="20577"/>
        <pc:sldMkLst>
          <pc:docMk/>
          <pc:sldMk cId="4181329994" sldId="280"/>
        </pc:sldMkLst>
        <pc:spChg chg="mod">
          <ac:chgData name="matt.baker01" userId="46907c2f-7c68-4501-b64a-6411678f163c" providerId="ADAL" clId="{05FAE4D4-7815-46AF-88CA-42D39F0A617C}" dt="2026-10-30T23:09:18.415" v="4233" actId="20577"/>
          <ac:spMkLst>
            <pc:docMk/>
            <pc:sldMk cId="4181329994" sldId="280"/>
            <ac:spMk id="2" creationId="{8876C995-2AB4-8B3A-31C2-01778832438E}"/>
          </ac:spMkLst>
        </pc:spChg>
        <pc:spChg chg="del">
          <ac:chgData name="matt.baker01" userId="46907c2f-7c68-4501-b64a-6411678f163c" providerId="ADAL" clId="{05FAE4D4-7815-46AF-88CA-42D39F0A617C}" dt="2026-10-30T23:10:32.690" v="4234" actId="22"/>
          <ac:spMkLst>
            <pc:docMk/>
            <pc:sldMk cId="4181329994" sldId="280"/>
            <ac:spMk id="3" creationId="{636CF425-515C-ED87-2C84-DF93AB5ECEC7}"/>
          </ac:spMkLst>
        </pc:spChg>
        <pc:spChg chg="mod">
          <ac:chgData name="matt.baker01" userId="46907c2f-7c68-4501-b64a-6411678f163c" providerId="ADAL" clId="{05FAE4D4-7815-46AF-88CA-42D39F0A617C}" dt="2026-10-30T23:23:03.720" v="5107" actId="20577"/>
          <ac:spMkLst>
            <pc:docMk/>
            <pc:sldMk cId="4181329994" sldId="280"/>
            <ac:spMk id="4" creationId="{E1C30833-EFAE-4DAF-B4B4-1CF34E231C3A}"/>
          </ac:spMkLst>
        </pc:spChg>
        <pc:spChg chg="add del mod">
          <ac:chgData name="matt.baker01" userId="46907c2f-7c68-4501-b64a-6411678f163c" providerId="ADAL" clId="{05FAE4D4-7815-46AF-88CA-42D39F0A617C}" dt="2026-10-30T23:13:51.953" v="4633" actId="478"/>
          <ac:spMkLst>
            <pc:docMk/>
            <pc:sldMk cId="4181329994" sldId="280"/>
            <ac:spMk id="10" creationId="{4EFB915A-B8A7-FC09-88A7-7332B8F806E4}"/>
          </ac:spMkLst>
        </pc:spChg>
        <pc:picChg chg="add del mod ord">
          <ac:chgData name="matt.baker01" userId="46907c2f-7c68-4501-b64a-6411678f163c" providerId="ADAL" clId="{05FAE4D4-7815-46AF-88CA-42D39F0A617C}" dt="2026-10-30T23:13:45.771" v="4632" actId="478"/>
          <ac:picMkLst>
            <pc:docMk/>
            <pc:sldMk cId="4181329994" sldId="280"/>
            <ac:picMk id="6" creationId="{FCE15F1B-2231-A3B0-CB90-51DD0DD2D30B}"/>
          </ac:picMkLst>
        </pc:picChg>
        <pc:picChg chg="add mod">
          <ac:chgData name="matt.baker01" userId="46907c2f-7c68-4501-b64a-6411678f163c" providerId="ADAL" clId="{05FAE4D4-7815-46AF-88CA-42D39F0A617C}" dt="2026-10-30T23:15:43.541" v="4797" actId="1037"/>
          <ac:picMkLst>
            <pc:docMk/>
            <pc:sldMk cId="4181329994" sldId="280"/>
            <ac:picMk id="8" creationId="{8E01210D-83F3-394C-1EA1-1C01FF7C41B6}"/>
          </ac:picMkLst>
        </pc:picChg>
        <pc:picChg chg="add mod">
          <ac:chgData name="matt.baker01" userId="46907c2f-7c68-4501-b64a-6411678f163c" providerId="ADAL" clId="{05FAE4D4-7815-46AF-88CA-42D39F0A617C}" dt="2026-10-30T23:15:55.363" v="4860" actId="14100"/>
          <ac:picMkLst>
            <pc:docMk/>
            <pc:sldMk cId="4181329994" sldId="280"/>
            <ac:picMk id="12" creationId="{C67A0C42-C8BA-0089-7462-1D7A37292C7B}"/>
          </ac:picMkLst>
        </pc:picChg>
        <pc:picChg chg="add mod">
          <ac:chgData name="matt.baker01" userId="46907c2f-7c68-4501-b64a-6411678f163c" providerId="ADAL" clId="{05FAE4D4-7815-46AF-88CA-42D39F0A617C}" dt="2026-10-30T23:16:02.270" v="4862" actId="14100"/>
          <ac:picMkLst>
            <pc:docMk/>
            <pc:sldMk cId="4181329994" sldId="280"/>
            <ac:picMk id="14" creationId="{5472C87A-7EB6-0F5D-8E11-CB70B7E59AD1}"/>
          </ac:picMkLst>
        </pc:picChg>
      </pc:sldChg>
      <pc:sldChg chg="addSp delSp modSp add mod">
        <pc:chgData name="matt.baker01" userId="46907c2f-7c68-4501-b64a-6411678f163c" providerId="ADAL" clId="{05FAE4D4-7815-46AF-88CA-42D39F0A617C}" dt="2026-10-31T01:42:21.646" v="8512" actId="20577"/>
        <pc:sldMkLst>
          <pc:docMk/>
          <pc:sldMk cId="1378369778" sldId="281"/>
        </pc:sldMkLst>
        <pc:spChg chg="mod">
          <ac:chgData name="matt.baker01" userId="46907c2f-7c68-4501-b64a-6411678f163c" providerId="ADAL" clId="{05FAE4D4-7815-46AF-88CA-42D39F0A617C}" dt="2026-10-30T23:31:15.298" v="5736" actId="20577"/>
          <ac:spMkLst>
            <pc:docMk/>
            <pc:sldMk cId="1378369778" sldId="281"/>
            <ac:spMk id="2" creationId="{D83174B2-3B8E-E756-C98B-22BE332EB72A}"/>
          </ac:spMkLst>
        </pc:spChg>
        <pc:spChg chg="mod">
          <ac:chgData name="matt.baker01" userId="46907c2f-7c68-4501-b64a-6411678f163c" providerId="ADAL" clId="{05FAE4D4-7815-46AF-88CA-42D39F0A617C}" dt="2026-10-30T23:31:01.526" v="5693" actId="1035"/>
          <ac:spMkLst>
            <pc:docMk/>
            <pc:sldMk cId="1378369778" sldId="281"/>
            <ac:spMk id="4" creationId="{A7DA63AA-609C-55A5-7A9A-7C9195B908E8}"/>
          </ac:spMkLst>
        </pc:spChg>
        <pc:spChg chg="mod">
          <ac:chgData name="matt.baker01" userId="46907c2f-7c68-4501-b64a-6411678f163c" providerId="ADAL" clId="{05FAE4D4-7815-46AF-88CA-42D39F0A617C}" dt="2026-10-31T01:42:15.972" v="8502" actId="20577"/>
          <ac:spMkLst>
            <pc:docMk/>
            <pc:sldMk cId="1378369778" sldId="281"/>
            <ac:spMk id="5" creationId="{B5A22AA0-DC1B-15D0-E7B9-DC499287FDD0}"/>
          </ac:spMkLst>
        </pc:spChg>
        <pc:spChg chg="mod">
          <ac:chgData name="matt.baker01" userId="46907c2f-7c68-4501-b64a-6411678f163c" providerId="ADAL" clId="{05FAE4D4-7815-46AF-88CA-42D39F0A617C}" dt="2026-10-30T23:31:01.526" v="5693" actId="1035"/>
          <ac:spMkLst>
            <pc:docMk/>
            <pc:sldMk cId="1378369778" sldId="281"/>
            <ac:spMk id="7" creationId="{01E6ACCA-8C30-073F-684F-E6F20D59200C}"/>
          </ac:spMkLst>
        </pc:spChg>
        <pc:spChg chg="mod">
          <ac:chgData name="matt.baker01" userId="46907c2f-7c68-4501-b64a-6411678f163c" providerId="ADAL" clId="{05FAE4D4-7815-46AF-88CA-42D39F0A617C}" dt="2026-10-31T01:42:19.655" v="8507" actId="20577"/>
          <ac:spMkLst>
            <pc:docMk/>
            <pc:sldMk cId="1378369778" sldId="281"/>
            <ac:spMk id="8" creationId="{4D9BF9D0-2E77-5685-E269-7C49971EE64D}"/>
          </ac:spMkLst>
        </pc:spChg>
        <pc:spChg chg="mod">
          <ac:chgData name="matt.baker01" userId="46907c2f-7c68-4501-b64a-6411678f163c" providerId="ADAL" clId="{05FAE4D4-7815-46AF-88CA-42D39F0A617C}" dt="2026-10-30T23:31:01.526" v="5693" actId="1035"/>
          <ac:spMkLst>
            <pc:docMk/>
            <pc:sldMk cId="1378369778" sldId="281"/>
            <ac:spMk id="10" creationId="{C7CC4962-5B9C-877F-2FC5-B63E82C21435}"/>
          </ac:spMkLst>
        </pc:spChg>
        <pc:spChg chg="mod">
          <ac:chgData name="matt.baker01" userId="46907c2f-7c68-4501-b64a-6411678f163c" providerId="ADAL" clId="{05FAE4D4-7815-46AF-88CA-42D39F0A617C}" dt="2026-10-31T01:42:21.646" v="8512" actId="20577"/>
          <ac:spMkLst>
            <pc:docMk/>
            <pc:sldMk cId="1378369778" sldId="281"/>
            <ac:spMk id="11" creationId="{7DAB856E-0B01-8854-E823-B8A5181F8684}"/>
          </ac:spMkLst>
        </pc:spChg>
        <pc:picChg chg="add del mod">
          <ac:chgData name="matt.baker01" userId="46907c2f-7c68-4501-b64a-6411678f163c" providerId="ADAL" clId="{05FAE4D4-7815-46AF-88CA-42D39F0A617C}" dt="2026-10-30T23:47:35.447" v="6643" actId="478"/>
          <ac:picMkLst>
            <pc:docMk/>
            <pc:sldMk cId="1378369778" sldId="281"/>
            <ac:picMk id="9" creationId="{EC404345-9163-A989-074C-216291DB80C7}"/>
          </ac:picMkLst>
        </pc:picChg>
        <pc:picChg chg="add del mod">
          <ac:chgData name="matt.baker01" userId="46907c2f-7c68-4501-b64a-6411678f163c" providerId="ADAL" clId="{05FAE4D4-7815-46AF-88CA-42D39F0A617C}" dt="2026-10-30T23:47:07.368" v="6635" actId="478"/>
          <ac:picMkLst>
            <pc:docMk/>
            <pc:sldMk cId="1378369778" sldId="281"/>
            <ac:picMk id="13" creationId="{6409B24E-A17C-EA20-F4C6-5FDB2BD14B9E}"/>
          </ac:picMkLst>
        </pc:picChg>
        <pc:picChg chg="add del mod">
          <ac:chgData name="matt.baker01" userId="46907c2f-7c68-4501-b64a-6411678f163c" providerId="ADAL" clId="{05FAE4D4-7815-46AF-88CA-42D39F0A617C}" dt="2026-10-30T23:47:42.939" v="6645" actId="478"/>
          <ac:picMkLst>
            <pc:docMk/>
            <pc:sldMk cId="1378369778" sldId="281"/>
            <ac:picMk id="15" creationId="{8CDAAF6F-0767-40F3-46E0-7424D6B458E2}"/>
          </ac:picMkLst>
        </pc:picChg>
        <pc:picChg chg="add del mod">
          <ac:chgData name="matt.baker01" userId="46907c2f-7c68-4501-b64a-6411678f163c" providerId="ADAL" clId="{05FAE4D4-7815-46AF-88CA-42D39F0A617C}" dt="2026-10-30T23:49:06.864" v="6649" actId="478"/>
          <ac:picMkLst>
            <pc:docMk/>
            <pc:sldMk cId="1378369778" sldId="281"/>
            <ac:picMk id="17" creationId="{5D31DD82-4E4C-35C0-DFAC-4832780706A3}"/>
          </ac:picMkLst>
        </pc:picChg>
      </pc:sldChg>
      <pc:sldChg chg="modSp mod">
        <pc:chgData name="matt.baker01" userId="46907c2f-7c68-4501-b64a-6411678f163c" providerId="ADAL" clId="{05FAE4D4-7815-46AF-88CA-42D39F0A617C}" dt="2026-10-31T01:52:34.003" v="8545" actId="20577"/>
        <pc:sldMkLst>
          <pc:docMk/>
          <pc:sldMk cId="3994499264" sldId="282"/>
        </pc:sldMkLst>
        <pc:spChg chg="mod">
          <ac:chgData name="matt.baker01" userId="46907c2f-7c68-4501-b64a-6411678f163c" providerId="ADAL" clId="{05FAE4D4-7815-46AF-88CA-42D39F0A617C}" dt="2026-10-31T01:43:26.187" v="8532" actId="1038"/>
          <ac:spMkLst>
            <pc:docMk/>
            <pc:sldMk cId="3994499264" sldId="282"/>
            <ac:spMk id="4" creationId="{FAFA0B9A-A517-42F0-E19C-F5948F03F406}"/>
          </ac:spMkLst>
        </pc:spChg>
        <pc:spChg chg="mod">
          <ac:chgData name="matt.baker01" userId="46907c2f-7c68-4501-b64a-6411678f163c" providerId="ADAL" clId="{05FAE4D4-7815-46AF-88CA-42D39F0A617C}" dt="2026-10-31T01:43:02.943" v="8513" actId="20577"/>
          <ac:spMkLst>
            <pc:docMk/>
            <pc:sldMk cId="3994499264" sldId="282"/>
            <ac:spMk id="5" creationId="{5AB68112-FD2F-3319-B421-D7F0C3AA4559}"/>
          </ac:spMkLst>
        </pc:spChg>
        <pc:spChg chg="mod">
          <ac:chgData name="matt.baker01" userId="46907c2f-7c68-4501-b64a-6411678f163c" providerId="ADAL" clId="{05FAE4D4-7815-46AF-88CA-42D39F0A617C}" dt="2026-10-31T01:52:34.003" v="8545" actId="20577"/>
          <ac:spMkLst>
            <pc:docMk/>
            <pc:sldMk cId="3994499264" sldId="282"/>
            <ac:spMk id="10" creationId="{095A08D9-A3F5-59F0-1DB7-14C798B0E14B}"/>
          </ac:spMkLst>
        </pc:spChg>
      </pc:sldChg>
    </pc:docChg>
  </pc:docChgLst>
  <pc:docChgLst>
    <pc:chgData name="Dave Sushames" userId="ce71797e-895c-47df-af8e-c160254d5cef" providerId="ADAL" clId="{067FCE3D-3D41-4548-936F-F0A348C85C95}"/>
    <pc:docChg chg="undo redo custSel addSld modSld sldOrd addMainMaster delMainMaster modMainMaster">
      <pc:chgData name="Dave Sushames" userId="ce71797e-895c-47df-af8e-c160254d5cef" providerId="ADAL" clId="{067FCE3D-3D41-4548-936F-F0A348C85C95}" dt="2026-10-31T01:44:49.715" v="5414" actId="20577"/>
      <pc:docMkLst>
        <pc:docMk/>
      </pc:docMkLst>
      <pc:sldChg chg="modSp mod modClrScheme chgLayout">
        <pc:chgData name="Dave Sushames" userId="ce71797e-895c-47df-af8e-c160254d5cef" providerId="ADAL" clId="{067FCE3D-3D41-4548-936F-F0A348C85C95}" dt="2026-10-29T00:44:54.972" v="604" actId="20577"/>
        <pc:sldMkLst>
          <pc:docMk/>
          <pc:sldMk cId="1897239194" sldId="256"/>
        </pc:sldMkLst>
        <pc:spChg chg="mod ord">
          <ac:chgData name="Dave Sushames" userId="ce71797e-895c-47df-af8e-c160254d5cef" providerId="ADAL" clId="{067FCE3D-3D41-4548-936F-F0A348C85C95}" dt="2026-10-09T05:45:50.893" v="103" actId="27636"/>
          <ac:spMkLst>
            <pc:docMk/>
            <pc:sldMk cId="1897239194" sldId="256"/>
            <ac:spMk id="2" creationId="{1B5CDCA1-D936-1DB6-2DBE-49023B1E8C09}"/>
          </ac:spMkLst>
        </pc:spChg>
        <pc:spChg chg="mod ord">
          <ac:chgData name="Dave Sushames" userId="ce71797e-895c-47df-af8e-c160254d5cef" providerId="ADAL" clId="{067FCE3D-3D41-4548-936F-F0A348C85C95}" dt="2026-10-29T00:44:54.972" v="604" actId="20577"/>
          <ac:spMkLst>
            <pc:docMk/>
            <pc:sldMk cId="1897239194" sldId="256"/>
            <ac:spMk id="3" creationId="{81365BE2-E307-AADF-D364-479945C4ED39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31T00:17:16.515" v="5088"/>
        <pc:sldMkLst>
          <pc:docMk/>
          <pc:sldMk cId="3469609952" sldId="257"/>
        </pc:sldMkLst>
        <pc:spChg chg="mod ord">
          <ac:chgData name="Dave Sushames" userId="ce71797e-895c-47df-af8e-c160254d5cef" providerId="ADAL" clId="{067FCE3D-3D41-4548-936F-F0A348C85C95}" dt="2026-10-29T01:51:32.576" v="3160" actId="1076"/>
          <ac:spMkLst>
            <pc:docMk/>
            <pc:sldMk cId="3469609952" sldId="257"/>
            <ac:spMk id="2" creationId="{96CD0C4F-887A-07B1-5448-816B605B3E0A}"/>
          </ac:spMkLst>
        </pc:spChg>
        <pc:spChg chg="mod ord">
          <ac:chgData name="Dave Sushames" userId="ce71797e-895c-47df-af8e-c160254d5cef" providerId="ADAL" clId="{067FCE3D-3D41-4548-936F-F0A348C85C95}" dt="2026-10-30T04:14:01.743" v="5043" actId="14100"/>
          <ac:spMkLst>
            <pc:docMk/>
            <pc:sldMk cId="3469609952" sldId="257"/>
            <ac:spMk id="3" creationId="{98B2709F-7092-C4DF-2680-CEE381877C3F}"/>
          </ac:spMkLst>
        </pc:spChg>
        <pc:spChg chg="add del mod">
          <ac:chgData name="Dave Sushames" userId="ce71797e-895c-47df-af8e-c160254d5cef" providerId="ADAL" clId="{067FCE3D-3D41-4548-936F-F0A348C85C95}" dt="2026-10-31T00:17:16.515" v="5088"/>
          <ac:spMkLst>
            <pc:docMk/>
            <pc:sldMk cId="3469609952" sldId="257"/>
            <ac:spMk id="5" creationId="{0410830F-271F-EF06-C3E5-E598E12A7994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30T05:08:34.285" v="5065" actId="20577"/>
        <pc:sldMkLst>
          <pc:docMk/>
          <pc:sldMk cId="2914373187" sldId="258"/>
        </pc:sldMkLst>
        <pc:spChg chg="mod ord">
          <ac:chgData name="Dave Sushames" userId="ce71797e-895c-47df-af8e-c160254d5cef" providerId="ADAL" clId="{067FCE3D-3D41-4548-936F-F0A348C85C95}" dt="2026-10-09T05:45:58.550" v="106" actId="700"/>
          <ac:spMkLst>
            <pc:docMk/>
            <pc:sldMk cId="2914373187" sldId="258"/>
            <ac:spMk id="2" creationId="{DBC94768-B7FF-A195-8FEB-E6C3518C91F1}"/>
          </ac:spMkLst>
        </pc:spChg>
        <pc:spChg chg="mod ord">
          <ac:chgData name="Dave Sushames" userId="ce71797e-895c-47df-af8e-c160254d5cef" providerId="ADAL" clId="{067FCE3D-3D41-4548-936F-F0A348C85C95}" dt="2026-10-30T04:14:10.616" v="5044" actId="255"/>
          <ac:spMkLst>
            <pc:docMk/>
            <pc:sldMk cId="2914373187" sldId="258"/>
            <ac:spMk id="3" creationId="{4CA4FAD2-2AC0-60FF-6FA2-9F801ED04B8C}"/>
          </ac:spMkLst>
        </pc:spChg>
        <pc:graphicFrameChg chg="add mod modGraphic">
          <ac:chgData name="Dave Sushames" userId="ce71797e-895c-47df-af8e-c160254d5cef" providerId="ADAL" clId="{067FCE3D-3D41-4548-936F-F0A348C85C95}" dt="2026-10-30T05:08:34.285" v="5065" actId="20577"/>
          <ac:graphicFrameMkLst>
            <pc:docMk/>
            <pc:sldMk cId="2914373187" sldId="258"/>
            <ac:graphicFrameMk id="5" creationId="{3372AAD9-E1FA-C9BD-E761-271CD2D69C83}"/>
          </ac:graphicFrameMkLst>
        </pc:graphicFrameChg>
      </pc:sldChg>
      <pc:sldChg chg="addSp delSp modSp mod modClrScheme chgLayout">
        <pc:chgData name="Dave Sushames" userId="ce71797e-895c-47df-af8e-c160254d5cef" providerId="ADAL" clId="{067FCE3D-3D41-4548-936F-F0A348C85C95}" dt="2026-10-31T01:44:49.715" v="5414" actId="20577"/>
        <pc:sldMkLst>
          <pc:docMk/>
          <pc:sldMk cId="1873885871" sldId="259"/>
        </pc:sldMkLst>
        <pc:spChg chg="mod ord">
          <ac:chgData name="Dave Sushames" userId="ce71797e-895c-47df-af8e-c160254d5cef" providerId="ADAL" clId="{067FCE3D-3D41-4548-936F-F0A348C85C95}" dt="2026-10-31T01:44:49.715" v="5414" actId="20577"/>
          <ac:spMkLst>
            <pc:docMk/>
            <pc:sldMk cId="1873885871" sldId="259"/>
            <ac:spMk id="2" creationId="{54E3A267-86E4-EC9F-B6B6-A7DCCABDBE12}"/>
          </ac:spMkLst>
        </pc:spChg>
        <pc:spChg chg="mod ord">
          <ac:chgData name="Dave Sushames" userId="ce71797e-895c-47df-af8e-c160254d5cef" providerId="ADAL" clId="{067FCE3D-3D41-4548-936F-F0A348C85C95}" dt="2026-10-29T01:26:03.422" v="2578" actId="20577"/>
          <ac:spMkLst>
            <pc:docMk/>
            <pc:sldMk cId="1873885871" sldId="259"/>
            <ac:spMk id="3" creationId="{052098D0-DD9A-E09A-83DC-15F697CC3E8F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30T00:39:10.340" v="4634" actId="6549"/>
        <pc:sldMkLst>
          <pc:docMk/>
          <pc:sldMk cId="1508039378" sldId="260"/>
        </pc:sldMkLst>
        <pc:spChg chg="mod ord">
          <ac:chgData name="Dave Sushames" userId="ce71797e-895c-47df-af8e-c160254d5cef" providerId="ADAL" clId="{067FCE3D-3D41-4548-936F-F0A348C85C95}" dt="2026-10-29T01:23:53.304" v="2468" actId="700"/>
          <ac:spMkLst>
            <pc:docMk/>
            <pc:sldMk cId="1508039378" sldId="260"/>
            <ac:spMk id="2" creationId="{F82313FF-E954-E53A-1C59-C60CD16384E0}"/>
          </ac:spMkLst>
        </pc:spChg>
        <pc:spChg chg="mod ord">
          <ac:chgData name="Dave Sushames" userId="ce71797e-895c-47df-af8e-c160254d5cef" providerId="ADAL" clId="{067FCE3D-3D41-4548-936F-F0A348C85C95}" dt="2026-10-30T00:39:10.340" v="4634" actId="6549"/>
          <ac:spMkLst>
            <pc:docMk/>
            <pc:sldMk cId="1508039378" sldId="260"/>
            <ac:spMk id="3" creationId="{AFC45100-EFAE-B274-E3F7-92B37B6A09FD}"/>
          </ac:spMkLst>
        </pc:spChg>
        <pc:picChg chg="add mod">
          <ac:chgData name="Dave Sushames" userId="ce71797e-895c-47df-af8e-c160254d5cef" providerId="ADAL" clId="{067FCE3D-3D41-4548-936F-F0A348C85C95}" dt="2026-10-29T01:24:49.708" v="2482" actId="1076"/>
          <ac:picMkLst>
            <pc:docMk/>
            <pc:sldMk cId="1508039378" sldId="260"/>
            <ac:picMk id="20" creationId="{51B87803-B629-0600-BA1E-5CA0A04049A9}"/>
          </ac:picMkLst>
        </pc:picChg>
      </pc:sldChg>
      <pc:sldChg chg="modSp mod modClrScheme chgLayout">
        <pc:chgData name="Dave Sushames" userId="ce71797e-895c-47df-af8e-c160254d5cef" providerId="ADAL" clId="{067FCE3D-3D41-4548-936F-F0A348C85C95}" dt="2026-10-31T00:22:03.512" v="5233" actId="2085"/>
        <pc:sldMkLst>
          <pc:docMk/>
          <pc:sldMk cId="206983872" sldId="261"/>
        </pc:sldMkLst>
        <pc:spChg chg="mod ord">
          <ac:chgData name="Dave Sushames" userId="ce71797e-895c-47df-af8e-c160254d5cef" providerId="ADAL" clId="{067FCE3D-3D41-4548-936F-F0A348C85C95}" dt="2026-10-09T05:46:18.349" v="109" actId="700"/>
          <ac:spMkLst>
            <pc:docMk/>
            <pc:sldMk cId="206983872" sldId="261"/>
            <ac:spMk id="2" creationId="{EAA02B5C-B27D-6C6E-451C-8B02F95036D0}"/>
          </ac:spMkLst>
        </pc:spChg>
        <pc:picChg chg="mod">
          <ac:chgData name="Dave Sushames" userId="ce71797e-895c-47df-af8e-c160254d5cef" providerId="ADAL" clId="{067FCE3D-3D41-4548-936F-F0A348C85C95}" dt="2026-10-31T00:22:03.512" v="5233" actId="2085"/>
          <ac:picMkLst>
            <pc:docMk/>
            <pc:sldMk cId="206983872" sldId="261"/>
            <ac:picMk id="11" creationId="{356EB5A7-BC8B-B68A-406A-84B8D18983F1}"/>
          </ac:picMkLst>
        </pc:picChg>
      </pc:sldChg>
      <pc:sldChg chg="modSp mod modClrScheme chgLayout">
        <pc:chgData name="Dave Sushames" userId="ce71797e-895c-47df-af8e-c160254d5cef" providerId="ADAL" clId="{067FCE3D-3D41-4548-936F-F0A348C85C95}" dt="2026-10-09T05:46:22.320" v="110" actId="700"/>
        <pc:sldMkLst>
          <pc:docMk/>
          <pc:sldMk cId="2510012706" sldId="262"/>
        </pc:sldMkLst>
        <pc:spChg chg="mod ord">
          <ac:chgData name="Dave Sushames" userId="ce71797e-895c-47df-af8e-c160254d5cef" providerId="ADAL" clId="{067FCE3D-3D41-4548-936F-F0A348C85C95}" dt="2026-10-09T05:46:22.320" v="110" actId="700"/>
          <ac:spMkLst>
            <pc:docMk/>
            <pc:sldMk cId="2510012706" sldId="262"/>
            <ac:spMk id="2" creationId="{34634D99-B52C-C74B-0D17-F75A6E57212F}"/>
          </ac:spMkLst>
        </pc:spChg>
        <pc:spChg chg="mod ord">
          <ac:chgData name="Dave Sushames" userId="ce71797e-895c-47df-af8e-c160254d5cef" providerId="ADAL" clId="{067FCE3D-3D41-4548-936F-F0A348C85C95}" dt="2026-10-09T05:46:22.320" v="110" actId="700"/>
          <ac:spMkLst>
            <pc:docMk/>
            <pc:sldMk cId="2510012706" sldId="262"/>
            <ac:spMk id="3" creationId="{0B65E64D-8438-7626-94A8-E0C546572830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31T00:18:48.631" v="5090" actId="27636"/>
        <pc:sldMkLst>
          <pc:docMk/>
          <pc:sldMk cId="1310119030" sldId="266"/>
        </pc:sldMkLst>
        <pc:spChg chg="mod ord">
          <ac:chgData name="Dave Sushames" userId="ce71797e-895c-47df-af8e-c160254d5cef" providerId="ADAL" clId="{067FCE3D-3D41-4548-936F-F0A348C85C95}" dt="2026-10-09T05:46:28.297" v="111" actId="700"/>
          <ac:spMkLst>
            <pc:docMk/>
            <pc:sldMk cId="1310119030" sldId="266"/>
            <ac:spMk id="2" creationId="{DEA2BC61-CD0C-BF09-4292-47C6AF1B1677}"/>
          </ac:spMkLst>
        </pc:spChg>
        <pc:spChg chg="mod ord">
          <ac:chgData name="Dave Sushames" userId="ce71797e-895c-47df-af8e-c160254d5cef" providerId="ADAL" clId="{067FCE3D-3D41-4548-936F-F0A348C85C95}" dt="2026-10-31T00:18:48.631" v="5090" actId="27636"/>
          <ac:spMkLst>
            <pc:docMk/>
            <pc:sldMk cId="1310119030" sldId="266"/>
            <ac:spMk id="3" creationId="{4304F670-7D8D-7CDE-7CD8-6AD8A676A540}"/>
          </ac:spMkLst>
        </pc:spChg>
        <pc:spChg chg="add mod ord">
          <ac:chgData name="Dave Sushames" userId="ce71797e-895c-47df-af8e-c160254d5cef" providerId="ADAL" clId="{067FCE3D-3D41-4548-936F-F0A348C85C95}" dt="2026-10-29T22:16:44.795" v="3758" actId="20577"/>
          <ac:spMkLst>
            <pc:docMk/>
            <pc:sldMk cId="1310119030" sldId="266"/>
            <ac:spMk id="4" creationId="{42E4C3C8-91CB-1546-CDA4-6B35E549D9AB}"/>
          </ac:spMkLst>
        </pc:spChg>
        <pc:graphicFrameChg chg="add mod modGraphic">
          <ac:chgData name="Dave Sushames" userId="ce71797e-895c-47df-af8e-c160254d5cef" providerId="ADAL" clId="{067FCE3D-3D41-4548-936F-F0A348C85C95}" dt="2026-10-29T22:15:41.822" v="3603" actId="20577"/>
          <ac:graphicFrameMkLst>
            <pc:docMk/>
            <pc:sldMk cId="1310119030" sldId="266"/>
            <ac:graphicFrameMk id="5" creationId="{77522CB0-C21E-50D2-BE2B-1A17CE7AA44F}"/>
          </ac:graphicFrameMkLst>
        </pc:graphicFrameChg>
      </pc:sldChg>
      <pc:sldChg chg="modSp mod modClrScheme chgLayout">
        <pc:chgData name="Dave Sushames" userId="ce71797e-895c-47df-af8e-c160254d5cef" providerId="ADAL" clId="{067FCE3D-3D41-4548-936F-F0A348C85C95}" dt="2026-10-31T00:35:54.702" v="5392" actId="20577"/>
        <pc:sldMkLst>
          <pc:docMk/>
          <pc:sldMk cId="3646000603" sldId="267"/>
        </pc:sldMkLst>
        <pc:spChg chg="mod ord">
          <ac:chgData name="Dave Sushames" userId="ce71797e-895c-47df-af8e-c160254d5cef" providerId="ADAL" clId="{067FCE3D-3D41-4548-936F-F0A348C85C95}" dt="2026-10-09T05:46:38.210" v="113" actId="700"/>
          <ac:spMkLst>
            <pc:docMk/>
            <pc:sldMk cId="3646000603" sldId="267"/>
            <ac:spMk id="2" creationId="{38FFFB59-642D-1360-93E1-B6A36C65C39A}"/>
          </ac:spMkLst>
        </pc:spChg>
        <pc:spChg chg="mod ord">
          <ac:chgData name="Dave Sushames" userId="ce71797e-895c-47df-af8e-c160254d5cef" providerId="ADAL" clId="{067FCE3D-3D41-4548-936F-F0A348C85C95}" dt="2026-10-31T00:35:54.702" v="5392" actId="20577"/>
          <ac:spMkLst>
            <pc:docMk/>
            <pc:sldMk cId="3646000603" sldId="267"/>
            <ac:spMk id="3" creationId="{0906C58C-A390-F67E-B87D-F3B2F50E0601}"/>
          </ac:spMkLst>
        </pc:spChg>
      </pc:sldChg>
      <pc:sldChg chg="modSp mod modClrScheme chgLayout">
        <pc:chgData name="Dave Sushames" userId="ce71797e-895c-47df-af8e-c160254d5cef" providerId="ADAL" clId="{067FCE3D-3D41-4548-936F-F0A348C85C95}" dt="2026-10-30T04:10:46.112" v="5042" actId="20577"/>
        <pc:sldMkLst>
          <pc:docMk/>
          <pc:sldMk cId="1822370155" sldId="269"/>
        </pc:sldMkLst>
        <pc:spChg chg="mod ord">
          <ac:chgData name="Dave Sushames" userId="ce71797e-895c-47df-af8e-c160254d5cef" providerId="ADAL" clId="{067FCE3D-3D41-4548-936F-F0A348C85C95}" dt="2026-10-09T05:46:41.882" v="114" actId="700"/>
          <ac:spMkLst>
            <pc:docMk/>
            <pc:sldMk cId="1822370155" sldId="269"/>
            <ac:spMk id="2" creationId="{32FD656A-3CEC-BED5-96D3-70C3E61432DA}"/>
          </ac:spMkLst>
        </pc:spChg>
        <pc:spChg chg="mod ord">
          <ac:chgData name="Dave Sushames" userId="ce71797e-895c-47df-af8e-c160254d5cef" providerId="ADAL" clId="{067FCE3D-3D41-4548-936F-F0A348C85C95}" dt="2026-10-30T04:10:46.112" v="5042" actId="20577"/>
          <ac:spMkLst>
            <pc:docMk/>
            <pc:sldMk cId="1822370155" sldId="269"/>
            <ac:spMk id="3" creationId="{06898650-1C93-F325-AC21-F89482EDBAF8}"/>
          </ac:spMkLst>
        </pc:spChg>
      </pc:sldChg>
      <pc:sldChg chg="modSp mod modClrScheme chgLayout">
        <pc:chgData name="Dave Sushames" userId="ce71797e-895c-47df-af8e-c160254d5cef" providerId="ADAL" clId="{067FCE3D-3D41-4548-936F-F0A348C85C95}" dt="2026-10-29T21:21:48.464" v="3263" actId="20577"/>
        <pc:sldMkLst>
          <pc:docMk/>
          <pc:sldMk cId="3346734016" sldId="271"/>
        </pc:sldMkLst>
        <pc:spChg chg="mod ord">
          <ac:chgData name="Dave Sushames" userId="ce71797e-895c-47df-af8e-c160254d5cef" providerId="ADAL" clId="{067FCE3D-3D41-4548-936F-F0A348C85C95}" dt="2026-10-09T05:47:08.777" v="119" actId="700"/>
          <ac:spMkLst>
            <pc:docMk/>
            <pc:sldMk cId="3346734016" sldId="271"/>
            <ac:spMk id="2" creationId="{802B5A14-BEB6-ABDD-4AE2-4118259CB344}"/>
          </ac:spMkLst>
        </pc:spChg>
      </pc:sldChg>
      <pc:sldChg chg="addSp delSp modSp mod modClrScheme chgLayout">
        <pc:chgData name="Dave Sushames" userId="ce71797e-895c-47df-af8e-c160254d5cef" providerId="ADAL" clId="{067FCE3D-3D41-4548-936F-F0A348C85C95}" dt="2026-10-29T01:48:02.886" v="3153" actId="1035"/>
        <pc:sldMkLst>
          <pc:docMk/>
          <pc:sldMk cId="1154527499" sldId="272"/>
        </pc:sldMkLst>
        <pc:spChg chg="mod ord">
          <ac:chgData name="Dave Sushames" userId="ce71797e-895c-47df-af8e-c160254d5cef" providerId="ADAL" clId="{067FCE3D-3D41-4548-936F-F0A348C85C95}" dt="2026-10-09T06:01:41.436" v="167" actId="700"/>
          <ac:spMkLst>
            <pc:docMk/>
            <pc:sldMk cId="1154527499" sldId="272"/>
            <ac:spMk id="2" creationId="{36DA2C24-AE1C-9980-0C52-A02E68A3236F}"/>
          </ac:spMkLst>
        </pc:spChg>
        <pc:spChg chg="mod ord">
          <ac:chgData name="Dave Sushames" userId="ce71797e-895c-47df-af8e-c160254d5cef" providerId="ADAL" clId="{067FCE3D-3D41-4548-936F-F0A348C85C95}" dt="2026-10-29T00:56:03.163" v="1138" actId="20577"/>
          <ac:spMkLst>
            <pc:docMk/>
            <pc:sldMk cId="1154527499" sldId="272"/>
            <ac:spMk id="3" creationId="{18550B0F-1C8E-3094-093D-9DEBE70E0AB9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4" creationId="{FCCA6DC0-356B-42D2-4A85-835A79105C43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5" creationId="{AD2AC287-ED5A-18F0-428B-C5103D2D476E}"/>
          </ac:spMkLst>
        </pc:spChg>
        <pc:spChg chg="add mo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7" creationId="{B32F715F-4488-B640-01FF-1B5451A67311}"/>
          </ac:spMkLst>
        </pc:spChg>
        <pc:spChg chg="add mo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8" creationId="{9BD9B2B3-2B90-AA02-4C5C-B61F16A9E6A4}"/>
          </ac:spMkLst>
        </pc:spChg>
        <pc:spChg chg="add mod ord">
          <ac:chgData name="Dave Sushames" userId="ce71797e-895c-47df-af8e-c160254d5cef" providerId="ADAL" clId="{067FCE3D-3D41-4548-936F-F0A348C85C95}" dt="2026-10-29T00:51:06.482" v="967" actId="20577"/>
          <ac:spMkLst>
            <pc:docMk/>
            <pc:sldMk cId="1154527499" sldId="272"/>
            <ac:spMk id="11" creationId="{5DFD17AF-DB22-A737-3FD0-56DFA38AE32D}"/>
          </ac:spMkLst>
        </pc:spChg>
        <pc:spChg chg="mod">
          <ac:chgData name="Dave Sushames" userId="ce71797e-895c-47df-af8e-c160254d5cef" providerId="ADAL" clId="{067FCE3D-3D41-4548-936F-F0A348C85C95}" dt="2026-10-29T01:48:02.886" v="3153" actId="1035"/>
          <ac:spMkLst>
            <pc:docMk/>
            <pc:sldMk cId="1154527499" sldId="272"/>
            <ac:spMk id="12" creationId="{20269EBA-33A3-9523-C803-35FD0BD6390A}"/>
          </ac:spMkLst>
        </pc:spChg>
        <pc:spChg chg="mod">
          <ac:chgData name="Dave Sushames" userId="ce71797e-895c-47df-af8e-c160254d5cef" providerId="ADAL" clId="{067FCE3D-3D41-4548-936F-F0A348C85C95}" dt="2026-10-29T01:48:02.886" v="3153" actId="1035"/>
          <ac:spMkLst>
            <pc:docMk/>
            <pc:sldMk cId="1154527499" sldId="272"/>
            <ac:spMk id="13" creationId="{7C791ED7-D924-1023-4673-5248217ECB81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14" creationId="{0D1BBBD0-2364-356C-5180-D2ACD230E073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15" creationId="{7CDC1DBD-AA15-07B7-6CF5-A44EA0BB0CFD}"/>
          </ac:spMkLst>
        </pc:spChg>
        <pc:spChg chg="add mod or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16" creationId="{1D5671E0-8D9C-A198-1CC5-9359E77837C2}"/>
          </ac:spMkLst>
        </pc:spChg>
        <pc:spChg chg="add mod or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17" creationId="{72EB8AAE-D220-BFE8-F0A8-F78A9B724BB6}"/>
          </ac:spMkLst>
        </pc:spChg>
        <pc:spChg chg="mo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20" creationId="{FC3BB79B-38A5-2DF3-EC3C-CA73361B195D}"/>
          </ac:spMkLst>
        </pc:spChg>
        <pc:spChg chg="add mod ord">
          <ac:chgData name="Dave Sushames" userId="ce71797e-895c-47df-af8e-c160254d5cef" providerId="ADAL" clId="{067FCE3D-3D41-4548-936F-F0A348C85C95}" dt="2026-10-29T01:47:55.296" v="3150" actId="1035"/>
          <ac:spMkLst>
            <pc:docMk/>
            <pc:sldMk cId="1154527499" sldId="272"/>
            <ac:spMk id="21" creationId="{7395C8A9-4A7A-914E-7F44-8DE9D34DFB26}"/>
          </ac:spMkLst>
        </pc:spChg>
        <pc:spChg chg="mo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25" creationId="{57D1DC96-9E0C-B860-D629-B46F06676F37}"/>
          </ac:spMkLst>
        </pc:spChg>
        <pc:spChg chg="mod">
          <ac:chgData name="Dave Sushames" userId="ce71797e-895c-47df-af8e-c160254d5cef" providerId="ADAL" clId="{067FCE3D-3D41-4548-936F-F0A348C85C95}" dt="2026-10-29T01:47:45.736" v="3131" actId="1035"/>
          <ac:spMkLst>
            <pc:docMk/>
            <pc:sldMk cId="1154527499" sldId="272"/>
            <ac:spMk id="26" creationId="{3FA4DB30-D872-F908-2E2E-6175831D205A}"/>
          </ac:spMkLst>
        </pc:spChg>
      </pc:sldChg>
      <pc:sldChg chg="addSp delSp modSp new mod ord modClrScheme chgLayout">
        <pc:chgData name="Dave Sushames" userId="ce71797e-895c-47df-af8e-c160254d5cef" providerId="ADAL" clId="{067FCE3D-3D41-4548-936F-F0A348C85C95}" dt="2026-10-31T00:26:08.109" v="5284" actId="692"/>
        <pc:sldMkLst>
          <pc:docMk/>
          <pc:sldMk cId="4059292594" sldId="273"/>
        </pc:sldMkLst>
        <pc:spChg chg="add mod ord">
          <ac:chgData name="Dave Sushames" userId="ce71797e-895c-47df-af8e-c160254d5cef" providerId="ADAL" clId="{067FCE3D-3D41-4548-936F-F0A348C85C95}" dt="2026-10-29T22:51:18.866" v="4147" actId="700"/>
          <ac:spMkLst>
            <pc:docMk/>
            <pc:sldMk cId="4059292594" sldId="273"/>
            <ac:spMk id="4" creationId="{8C906208-B8D7-7658-BDBB-1F399C091446}"/>
          </ac:spMkLst>
        </pc:spChg>
        <pc:spChg chg="mod ord">
          <ac:chgData name="Dave Sushames" userId="ce71797e-895c-47df-af8e-c160254d5cef" providerId="ADAL" clId="{067FCE3D-3D41-4548-936F-F0A348C85C95}" dt="2026-10-29T22:58:39.431" v="4297" actId="700"/>
          <ac:spMkLst>
            <pc:docMk/>
            <pc:sldMk cId="4059292594" sldId="273"/>
            <ac:spMk id="5" creationId="{E6CE42E8-9419-3179-0F9D-B8CD142899E2}"/>
          </ac:spMkLst>
        </pc:spChg>
        <pc:spChg chg="add mod ord">
          <ac:chgData name="Dave Sushames" userId="ce71797e-895c-47df-af8e-c160254d5cef" providerId="ADAL" clId="{067FCE3D-3D41-4548-936F-F0A348C85C95}" dt="2026-10-29T23:03:27.693" v="4365" actId="20577"/>
          <ac:spMkLst>
            <pc:docMk/>
            <pc:sldMk cId="4059292594" sldId="273"/>
            <ac:spMk id="6" creationId="{B8FF18DA-C768-E7E7-97DA-55C316B1706F}"/>
          </ac:spMkLst>
        </pc:spChg>
        <pc:spChg chg="mod ord">
          <ac:chgData name="Dave Sushames" userId="ce71797e-895c-47df-af8e-c160254d5cef" providerId="ADAL" clId="{067FCE3D-3D41-4548-936F-F0A348C85C95}" dt="2026-10-30T00:42:31.220" v="4737" actId="20577"/>
          <ac:spMkLst>
            <pc:docMk/>
            <pc:sldMk cId="4059292594" sldId="273"/>
            <ac:spMk id="8" creationId="{379DD065-03FB-D8B8-DBC4-C9DCF762B477}"/>
          </ac:spMkLst>
        </pc:spChg>
        <pc:spChg chg="add mod ord">
          <ac:chgData name="Dave Sushames" userId="ce71797e-895c-47df-af8e-c160254d5cef" providerId="ADAL" clId="{067FCE3D-3D41-4548-936F-F0A348C85C95}" dt="2026-10-30T00:42:46.885" v="4788" actId="20577"/>
          <ac:spMkLst>
            <pc:docMk/>
            <pc:sldMk cId="4059292594" sldId="273"/>
            <ac:spMk id="9" creationId="{09A1E740-03EE-F3C5-3EBC-1A6C705859B6}"/>
          </ac:spMkLst>
        </pc:spChg>
        <pc:spChg chg="add mod ord">
          <ac:chgData name="Dave Sushames" userId="ce71797e-895c-47df-af8e-c160254d5cef" providerId="ADAL" clId="{067FCE3D-3D41-4548-936F-F0A348C85C95}" dt="2026-10-30T00:43:10.188" v="4855" actId="20577"/>
          <ac:spMkLst>
            <pc:docMk/>
            <pc:sldMk cId="4059292594" sldId="273"/>
            <ac:spMk id="11" creationId="{8C6B0386-8755-F1E2-3B9C-E5BF007D17C6}"/>
          </ac:spMkLst>
        </pc:spChg>
        <pc:spChg chg="add mod ord">
          <ac:chgData name="Dave Sushames" userId="ce71797e-895c-47df-af8e-c160254d5cef" providerId="ADAL" clId="{067FCE3D-3D41-4548-936F-F0A348C85C95}" dt="2026-10-30T00:43:35.394" v="4900" actId="20577"/>
          <ac:spMkLst>
            <pc:docMk/>
            <pc:sldMk cId="4059292594" sldId="273"/>
            <ac:spMk id="12" creationId="{DE867941-64F2-B11B-0067-49B13398E00B}"/>
          </ac:spMkLst>
        </pc:spChg>
        <pc:spChg chg="add mod ord">
          <ac:chgData name="Dave Sushames" userId="ce71797e-895c-47df-af8e-c160254d5cef" providerId="ADAL" clId="{067FCE3D-3D41-4548-936F-F0A348C85C95}" dt="2026-10-29T23:01:53.332" v="4330" actId="404"/>
          <ac:spMkLst>
            <pc:docMk/>
            <pc:sldMk cId="4059292594" sldId="273"/>
            <ac:spMk id="20" creationId="{23473090-07F0-516B-F211-7D84EBBD509C}"/>
          </ac:spMkLst>
        </pc:spChg>
        <pc:spChg chg="mod">
          <ac:chgData name="Dave Sushames" userId="ce71797e-895c-47df-af8e-c160254d5cef" providerId="ADAL" clId="{067FCE3D-3D41-4548-936F-F0A348C85C95}" dt="2026-10-29T23:01:43.578" v="4329" actId="20577"/>
          <ac:spMkLst>
            <pc:docMk/>
            <pc:sldMk cId="4059292594" sldId="273"/>
            <ac:spMk id="26" creationId="{19CC936A-D683-57C3-1473-5E694FD7345B}"/>
          </ac:spMkLst>
        </pc:spChg>
        <pc:spChg chg="add mod ord">
          <ac:chgData name="Dave Sushames" userId="ce71797e-895c-47df-af8e-c160254d5cef" providerId="ADAL" clId="{067FCE3D-3D41-4548-936F-F0A348C85C95}" dt="2026-10-29T23:02:00.191" v="4336" actId="404"/>
          <ac:spMkLst>
            <pc:docMk/>
            <pc:sldMk cId="4059292594" sldId="273"/>
            <ac:spMk id="27" creationId="{D6840905-C90C-38F9-C132-21801C027628}"/>
          </ac:spMkLst>
        </pc:spChg>
        <pc:spChg chg="add mod ord">
          <ac:chgData name="Dave Sushames" userId="ce71797e-895c-47df-af8e-c160254d5cef" providerId="ADAL" clId="{067FCE3D-3D41-4548-936F-F0A348C85C95}" dt="2026-10-29T23:02:40.588" v="4364" actId="255"/>
          <ac:spMkLst>
            <pc:docMk/>
            <pc:sldMk cId="4059292594" sldId="273"/>
            <ac:spMk id="28" creationId="{C53A1A9C-70D2-F043-CF87-AA7878C7A923}"/>
          </ac:spMkLst>
        </pc:spChg>
        <pc:spChg chg="add mod ord">
          <ac:chgData name="Dave Sushames" userId="ce71797e-895c-47df-af8e-c160254d5cef" providerId="ADAL" clId="{067FCE3D-3D41-4548-936F-F0A348C85C95}" dt="2026-10-30T00:41:51.271" v="4670" actId="20577"/>
          <ac:spMkLst>
            <pc:docMk/>
            <pc:sldMk cId="4059292594" sldId="273"/>
            <ac:spMk id="29" creationId="{9D4F5A11-E38A-8783-3A49-C205227A76EC}"/>
          </ac:spMkLst>
        </pc:spChg>
        <pc:spChg chg="mod">
          <ac:chgData name="Dave Sushames" userId="ce71797e-895c-47df-af8e-c160254d5cef" providerId="ADAL" clId="{067FCE3D-3D41-4548-936F-F0A348C85C95}" dt="2026-10-29T23:02:19.922" v="4360" actId="20577"/>
          <ac:spMkLst>
            <pc:docMk/>
            <pc:sldMk cId="4059292594" sldId="273"/>
            <ac:spMk id="30" creationId="{1E5E566E-16D7-723B-F080-F1575B027BFE}"/>
          </ac:spMkLst>
        </pc:spChg>
        <pc:graphicFrameChg chg="add del mod">
          <ac:chgData name="Dave Sushames" userId="ce71797e-895c-47df-af8e-c160254d5cef" providerId="ADAL" clId="{067FCE3D-3D41-4548-936F-F0A348C85C95}" dt="2026-10-30T00:41:40.080" v="4658" actId="478"/>
          <ac:graphicFrameMkLst>
            <pc:docMk/>
            <pc:sldMk cId="4059292594" sldId="273"/>
            <ac:graphicFrameMk id="2" creationId="{C8ABEE62-53BD-39AF-15F5-AFEF28BCF75B}"/>
          </ac:graphicFrameMkLst>
        </pc:graphicFrameChg>
        <pc:graphicFrameChg chg="add del mod">
          <ac:chgData name="Dave Sushames" userId="ce71797e-895c-47df-af8e-c160254d5cef" providerId="ADAL" clId="{067FCE3D-3D41-4548-936F-F0A348C85C95}" dt="2026-10-30T00:41:39.290" v="4657" actId="478"/>
          <ac:graphicFrameMkLst>
            <pc:docMk/>
            <pc:sldMk cId="4059292594" sldId="273"/>
            <ac:graphicFrameMk id="25" creationId="{D8D0DE24-5FE5-21F4-82A0-255B4B53FEB4}"/>
          </ac:graphicFrameMkLst>
        </pc:graphicFrameChg>
        <pc:picChg chg="mod modCrop">
          <ac:chgData name="Dave Sushames" userId="ce71797e-895c-47df-af8e-c160254d5cef" providerId="ADAL" clId="{067FCE3D-3D41-4548-936F-F0A348C85C95}" dt="2026-10-31T00:26:08.109" v="5284" actId="692"/>
          <ac:picMkLst>
            <pc:docMk/>
            <pc:sldMk cId="4059292594" sldId="273"/>
            <ac:picMk id="17" creationId="{40EC537A-0738-9E7E-C940-6E15E145D1BA}"/>
          </ac:picMkLst>
        </pc:picChg>
      </pc:sldChg>
      <pc:sldChg chg="addSp delSp modSp new mod ord modClrScheme chgLayout">
        <pc:chgData name="Dave Sushames" userId="ce71797e-895c-47df-af8e-c160254d5cef" providerId="ADAL" clId="{067FCE3D-3D41-4548-936F-F0A348C85C95}" dt="2026-10-29T01:10:43.163" v="2100" actId="313"/>
        <pc:sldMkLst>
          <pc:docMk/>
          <pc:sldMk cId="2793174502" sldId="274"/>
        </pc:sldMkLst>
        <pc:spChg chg="mod ord">
          <ac:chgData name="Dave Sushames" userId="ce71797e-895c-47df-af8e-c160254d5cef" providerId="ADAL" clId="{067FCE3D-3D41-4548-936F-F0A348C85C95}" dt="2026-10-09T06:10:28.460" v="239" actId="700"/>
          <ac:spMkLst>
            <pc:docMk/>
            <pc:sldMk cId="2793174502" sldId="274"/>
            <ac:spMk id="2" creationId="{6213921F-C378-5717-8F84-82274B401ACD}"/>
          </ac:spMkLst>
        </pc:spChg>
        <pc:spChg chg="add mod ord">
          <ac:chgData name="Dave Sushames" userId="ce71797e-895c-47df-af8e-c160254d5cef" providerId="ADAL" clId="{067FCE3D-3D41-4548-936F-F0A348C85C95}" dt="2026-10-29T01:10:43.163" v="2100" actId="313"/>
          <ac:spMkLst>
            <pc:docMk/>
            <pc:sldMk cId="2793174502" sldId="274"/>
            <ac:spMk id="5" creationId="{F3E6C80E-6187-ECB8-33E1-ED7C9CD93D1C}"/>
          </ac:spMkLst>
        </pc:spChg>
        <pc:picChg chg="add mod">
          <ac:chgData name="Dave Sushames" userId="ce71797e-895c-47df-af8e-c160254d5cef" providerId="ADAL" clId="{067FCE3D-3D41-4548-936F-F0A348C85C95}" dt="2026-10-09T06:10:33.940" v="242" actId="22"/>
          <ac:picMkLst>
            <pc:docMk/>
            <pc:sldMk cId="2793174502" sldId="274"/>
            <ac:picMk id="8" creationId="{206D23E1-3C7C-41D6-F275-4999BAEDDB9F}"/>
          </ac:picMkLst>
        </pc:picChg>
      </pc:sldChg>
      <pc:sldChg chg="addSp delSp modSp new mod modClrScheme chgLayout">
        <pc:chgData name="Dave Sushames" userId="ce71797e-895c-47df-af8e-c160254d5cef" providerId="ADAL" clId="{067FCE3D-3D41-4548-936F-F0A348C85C95}" dt="2026-10-31T01:36:31.838" v="5395" actId="20577"/>
        <pc:sldMkLst>
          <pc:docMk/>
          <pc:sldMk cId="592013568" sldId="275"/>
        </pc:sldMkLst>
        <pc:spChg chg="add mod ord">
          <ac:chgData name="Dave Sushames" userId="ce71797e-895c-47df-af8e-c160254d5cef" providerId="ADAL" clId="{067FCE3D-3D41-4548-936F-F0A348C85C95}" dt="2026-10-31T01:36:31.838" v="5395" actId="20577"/>
          <ac:spMkLst>
            <pc:docMk/>
            <pc:sldMk cId="592013568" sldId="275"/>
            <ac:spMk id="4" creationId="{A1AA5498-5ACC-51F4-FFD4-E2279D7F9BBE}"/>
          </ac:spMkLst>
        </pc:spChg>
        <pc:spChg chg="add mod ord">
          <ac:chgData name="Dave Sushames" userId="ce71797e-895c-47df-af8e-c160254d5cef" providerId="ADAL" clId="{067FCE3D-3D41-4548-936F-F0A348C85C95}" dt="2026-10-09T06:16:31.511" v="429" actId="1076"/>
          <ac:spMkLst>
            <pc:docMk/>
            <pc:sldMk cId="592013568" sldId="275"/>
            <ac:spMk id="6" creationId="{4EA18DF8-A09E-D132-4990-022C87305800}"/>
          </ac:spMkLst>
        </pc:spChg>
        <pc:spChg chg="add mod ord">
          <ac:chgData name="Dave Sushames" userId="ce71797e-895c-47df-af8e-c160254d5cef" providerId="ADAL" clId="{067FCE3D-3D41-4548-936F-F0A348C85C95}" dt="2026-10-25T20:13:15.760" v="460"/>
          <ac:spMkLst>
            <pc:docMk/>
            <pc:sldMk cId="592013568" sldId="275"/>
            <ac:spMk id="7" creationId="{264A6331-DE91-7A78-6150-8D6E0AA663A2}"/>
          </ac:spMkLst>
        </pc:spChg>
        <pc:spChg chg="add mod ord">
          <ac:chgData name="Dave Sushames" userId="ce71797e-895c-47df-af8e-c160254d5cef" providerId="ADAL" clId="{067FCE3D-3D41-4548-936F-F0A348C85C95}" dt="2026-10-09T06:02:56.140" v="215" actId="20577"/>
          <ac:spMkLst>
            <pc:docMk/>
            <pc:sldMk cId="592013568" sldId="275"/>
            <ac:spMk id="9" creationId="{E2F84ACF-E88D-9ADB-EBFF-BAA2E214F50A}"/>
          </ac:spMkLst>
        </pc:spChg>
        <pc:spChg chg="add mod ord">
          <ac:chgData name="Dave Sushames" userId="ce71797e-895c-47df-af8e-c160254d5cef" providerId="ADAL" clId="{067FCE3D-3D41-4548-936F-F0A348C85C95}" dt="2026-10-25T20:13:26.840" v="461"/>
          <ac:spMkLst>
            <pc:docMk/>
            <pc:sldMk cId="592013568" sldId="275"/>
            <ac:spMk id="10" creationId="{BC8EC63E-D4B2-BF88-FC3A-7BFEFE44B921}"/>
          </ac:spMkLst>
        </pc:spChg>
        <pc:spChg chg="add mod ord">
          <ac:chgData name="Dave Sushames" userId="ce71797e-895c-47df-af8e-c160254d5cef" providerId="ADAL" clId="{067FCE3D-3D41-4548-936F-F0A348C85C95}" dt="2026-10-09T06:03:01.693" v="225"/>
          <ac:spMkLst>
            <pc:docMk/>
            <pc:sldMk cId="592013568" sldId="275"/>
            <ac:spMk id="12" creationId="{2B86F0F4-A286-88BC-2E50-18DA57C35698}"/>
          </ac:spMkLst>
        </pc:spChg>
        <pc:spChg chg="mod">
          <ac:chgData name="Dave Sushames" userId="ce71797e-895c-47df-af8e-c160254d5cef" providerId="ADAL" clId="{067FCE3D-3D41-4548-936F-F0A348C85C95}" dt="2026-10-25T20:13:48.873" v="463" actId="20577"/>
          <ac:spMkLst>
            <pc:docMk/>
            <pc:sldMk cId="592013568" sldId="275"/>
            <ac:spMk id="13" creationId="{C8C0282B-DD42-3641-8EC4-D2D894BBD3F4}"/>
          </ac:spMkLst>
        </pc:spChg>
        <pc:picChg chg="add mod">
          <ac:chgData name="Dave Sushames" userId="ce71797e-895c-47df-af8e-c160254d5cef" providerId="ADAL" clId="{067FCE3D-3D41-4548-936F-F0A348C85C95}" dt="2026-10-09T06:15:10.970" v="349"/>
          <ac:picMkLst>
            <pc:docMk/>
            <pc:sldMk cId="592013568" sldId="275"/>
            <ac:picMk id="18" creationId="{36A18741-4EB3-E800-B2CB-220C48FF6829}"/>
          </ac:picMkLst>
        </pc:picChg>
      </pc:sldChg>
      <pc:sldChg chg="addSp delSp modSp new mod modClrScheme chgLayout">
        <pc:chgData name="Dave Sushames" userId="ce71797e-895c-47df-af8e-c160254d5cef" providerId="ADAL" clId="{067FCE3D-3D41-4548-936F-F0A348C85C95}" dt="2026-10-29T02:21:46.529" v="3257" actId="20577"/>
        <pc:sldMkLst>
          <pc:docMk/>
          <pc:sldMk cId="3456003015" sldId="276"/>
        </pc:sldMkLst>
        <pc:spChg chg="mod">
          <ac:chgData name="Dave Sushames" userId="ce71797e-895c-47df-af8e-c160254d5cef" providerId="ADAL" clId="{067FCE3D-3D41-4548-936F-F0A348C85C95}" dt="2026-10-29T02:20:40.587" v="3182" actId="20577"/>
          <ac:spMkLst>
            <pc:docMk/>
            <pc:sldMk cId="3456003015" sldId="276"/>
            <ac:spMk id="10" creationId="{4BE1D838-551E-F02F-E03E-292872157423}"/>
          </ac:spMkLst>
        </pc:spChg>
        <pc:spChg chg="add mod">
          <ac:chgData name="Dave Sushames" userId="ce71797e-895c-47df-af8e-c160254d5cef" providerId="ADAL" clId="{067FCE3D-3D41-4548-936F-F0A348C85C95}" dt="2026-10-29T02:21:46.529" v="3257" actId="20577"/>
          <ac:spMkLst>
            <pc:docMk/>
            <pc:sldMk cId="3456003015" sldId="276"/>
            <ac:spMk id="26" creationId="{85999358-C296-6020-6BD2-0118E466C337}"/>
          </ac:spMkLst>
        </pc:spChg>
      </pc:sldChg>
      <pc:sldChg chg="addSp delSp modSp mod">
        <pc:chgData name="Dave Sushames" userId="ce71797e-895c-47df-af8e-c160254d5cef" providerId="ADAL" clId="{067FCE3D-3D41-4548-936F-F0A348C85C95}" dt="2026-10-31T00:35:00.666" v="5390"/>
        <pc:sldMkLst>
          <pc:docMk/>
          <pc:sldMk cId="945336375" sldId="278"/>
        </pc:sldMkLst>
        <pc:spChg chg="mod">
          <ac:chgData name="Dave Sushames" userId="ce71797e-895c-47df-af8e-c160254d5cef" providerId="ADAL" clId="{067FCE3D-3D41-4548-936F-F0A348C85C95}" dt="2026-10-31T00:33:54.154" v="5387" actId="20577"/>
          <ac:spMkLst>
            <pc:docMk/>
            <pc:sldMk cId="945336375" sldId="278"/>
            <ac:spMk id="5" creationId="{CC7E47E5-9725-7A88-AAC0-434B8E709179}"/>
          </ac:spMkLst>
        </pc:spChg>
        <pc:spChg chg="add del mod">
          <ac:chgData name="Dave Sushames" userId="ce71797e-895c-47df-af8e-c160254d5cef" providerId="ADAL" clId="{067FCE3D-3D41-4548-936F-F0A348C85C95}" dt="2026-10-31T00:35:00.666" v="5390"/>
          <ac:spMkLst>
            <pc:docMk/>
            <pc:sldMk cId="945336375" sldId="278"/>
            <ac:spMk id="6" creationId="{E962B7A9-9050-A26A-8155-15F5875D6A39}"/>
          </ac:spMkLst>
        </pc:spChg>
      </pc:sldChg>
      <pc:sldChg chg="addSp delSp modSp new mod modClrScheme chgLayout">
        <pc:chgData name="Dave Sushames" userId="ce71797e-895c-47df-af8e-c160254d5cef" providerId="ADAL" clId="{067FCE3D-3D41-4548-936F-F0A348C85C95}" dt="2026-10-31T00:26:57.077" v="5328" actId="20577"/>
        <pc:sldMkLst>
          <pc:docMk/>
          <pc:sldMk cId="2074615870" sldId="279"/>
        </pc:sldMkLst>
        <pc:spChg chg="mod ord">
          <ac:chgData name="Dave Sushames" userId="ce71797e-895c-47df-af8e-c160254d5cef" providerId="ADAL" clId="{067FCE3D-3D41-4548-936F-F0A348C85C95}" dt="2026-10-31T00:26:57.077" v="5328" actId="20577"/>
          <ac:spMkLst>
            <pc:docMk/>
            <pc:sldMk cId="2074615870" sldId="279"/>
            <ac:spMk id="3" creationId="{25543720-3B82-82A1-B21A-DBE0175F8D55}"/>
          </ac:spMkLst>
        </pc:spChg>
        <pc:spChg chg="add mod ord">
          <ac:chgData name="Dave Sushames" userId="ce71797e-895c-47df-af8e-c160254d5cef" providerId="ADAL" clId="{067FCE3D-3D41-4548-936F-F0A348C85C95}" dt="2026-10-29T23:58:20.982" v="4406" actId="20577"/>
          <ac:spMkLst>
            <pc:docMk/>
            <pc:sldMk cId="2074615870" sldId="279"/>
            <ac:spMk id="7" creationId="{7BF37232-A82E-1F3C-473C-3C4744A226B8}"/>
          </ac:spMkLst>
        </pc:spChg>
      </pc:sldChg>
      <pc:sldChg chg="modSp mod">
        <pc:chgData name="Dave Sushames" userId="ce71797e-895c-47df-af8e-c160254d5cef" providerId="ADAL" clId="{067FCE3D-3D41-4548-936F-F0A348C85C95}" dt="2026-10-31T01:34:54.787" v="5393" actId="20577"/>
        <pc:sldMkLst>
          <pc:docMk/>
          <pc:sldMk cId="4181329994" sldId="280"/>
        </pc:sldMkLst>
        <pc:spChg chg="mod">
          <ac:chgData name="Dave Sushames" userId="ce71797e-895c-47df-af8e-c160254d5cef" providerId="ADAL" clId="{067FCE3D-3D41-4548-936F-F0A348C85C95}" dt="2026-10-31T01:34:54.787" v="5393" actId="20577"/>
          <ac:spMkLst>
            <pc:docMk/>
            <pc:sldMk cId="4181329994" sldId="280"/>
            <ac:spMk id="4" creationId="{E1C30833-EFAE-4DAF-B4B4-1CF34E231C3A}"/>
          </ac:spMkLst>
        </pc:spChg>
      </pc:sldChg>
      <pc:sldChg chg="modSp mod">
        <pc:chgData name="Dave Sushames" userId="ce71797e-895c-47df-af8e-c160254d5cef" providerId="ADAL" clId="{067FCE3D-3D41-4548-936F-F0A348C85C95}" dt="2026-10-31T01:38:41.025" v="5411" actId="20577"/>
        <pc:sldMkLst>
          <pc:docMk/>
          <pc:sldMk cId="1378369778" sldId="281"/>
        </pc:sldMkLst>
        <pc:spChg chg="mod">
          <ac:chgData name="Dave Sushames" userId="ce71797e-895c-47df-af8e-c160254d5cef" providerId="ADAL" clId="{067FCE3D-3D41-4548-936F-F0A348C85C95}" dt="2026-10-31T01:38:41.025" v="5411" actId="20577"/>
          <ac:spMkLst>
            <pc:docMk/>
            <pc:sldMk cId="1378369778" sldId="281"/>
            <ac:spMk id="2" creationId="{D83174B2-3B8E-E756-C98B-22BE332EB72A}"/>
          </ac:spMkLst>
        </pc:spChg>
        <pc:spChg chg="mod">
          <ac:chgData name="Dave Sushames" userId="ce71797e-895c-47df-af8e-c160254d5cef" providerId="ADAL" clId="{067FCE3D-3D41-4548-936F-F0A348C85C95}" dt="2026-10-31T00:33:00.212" v="5354" actId="20577"/>
          <ac:spMkLst>
            <pc:docMk/>
            <pc:sldMk cId="1378369778" sldId="281"/>
            <ac:spMk id="5" creationId="{B5A22AA0-DC1B-15D0-E7B9-DC499287FDD0}"/>
          </ac:spMkLst>
        </pc:spChg>
        <pc:spChg chg="mod">
          <ac:chgData name="Dave Sushames" userId="ce71797e-895c-47df-af8e-c160254d5cef" providerId="ADAL" clId="{067FCE3D-3D41-4548-936F-F0A348C85C95}" dt="2026-10-31T00:33:10.901" v="5364" actId="20577"/>
          <ac:spMkLst>
            <pc:docMk/>
            <pc:sldMk cId="1378369778" sldId="281"/>
            <ac:spMk id="8" creationId="{4D9BF9D0-2E77-5685-E269-7C49971EE64D}"/>
          </ac:spMkLst>
        </pc:spChg>
        <pc:spChg chg="mod">
          <ac:chgData name="Dave Sushames" userId="ce71797e-895c-47df-af8e-c160254d5cef" providerId="ADAL" clId="{067FCE3D-3D41-4548-936F-F0A348C85C95}" dt="2026-10-31T00:33:27.152" v="5383" actId="20577"/>
          <ac:spMkLst>
            <pc:docMk/>
            <pc:sldMk cId="1378369778" sldId="281"/>
            <ac:spMk id="11" creationId="{7DAB856E-0B01-8854-E823-B8A5181F8684}"/>
          </ac:spMkLst>
        </pc:spChg>
      </pc:sldChg>
      <pc:sldMasterChg chg="addSp modSp new mod addSldLayout modSldLayout sldLayoutOrd">
        <pc:chgData name="Dave Sushames" userId="ce71797e-895c-47df-af8e-c160254d5cef" providerId="ADAL" clId="{067FCE3D-3D41-4548-936F-F0A348C85C95}" dt="2026-10-29T22:58:15.997" v="4294" actId="255"/>
        <pc:sldMasterMkLst>
          <pc:docMk/>
          <pc:sldMasterMk cId="3226123621" sldId="2147483660"/>
        </pc:sldMasterMkLst>
        <pc:picChg chg="add mod modCrop">
          <ac:chgData name="Dave Sushames" userId="ce71797e-895c-47df-af8e-c160254d5cef" providerId="ADAL" clId="{067FCE3D-3D41-4548-936F-F0A348C85C95}" dt="2026-10-25T20:26:32.758" v="471" actId="1076"/>
          <ac:picMkLst>
            <pc:docMk/>
            <pc:sldMasterMk cId="3226123621" sldId="2147483660"/>
            <ac:picMk id="8" creationId="{FE60D192-9568-AFF6-2338-EB5ECED54EFE}"/>
          </ac:picMkLst>
        </pc:picChg>
      </pc:sldMasterChg>
      <pc:sldMasterChg chg="new mod addSldLayout">
        <pc:chgData name="Dave Sushames" userId="ce71797e-895c-47df-af8e-c160254d5cef" providerId="ADAL" clId="{067FCE3D-3D41-4548-936F-F0A348C85C95}" dt="2026-10-09T05:58:14.117" v="159" actId="6014"/>
        <pc:sldMasterMkLst>
          <pc:docMk/>
          <pc:sldMasterMk cId="1851218497" sldId="2147483670"/>
        </pc:sldMasterMkLst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1736850369" sldId="2147483671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1150403064" sldId="2147483672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3970464818" sldId="2147483673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2048751568" sldId="2147483674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3219561222" sldId="2147483675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2328641791" sldId="2147483676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2549092260" sldId="2147483677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1209559714" sldId="2147483678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3858265483" sldId="2147483679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4039771057" sldId="2147483680"/>
          </pc:sldLayoutMkLst>
        </pc:sldLayoutChg>
        <pc:sldLayoutChg chg="new replId">
          <pc:chgData name="Dave Sushames" userId="ce71797e-895c-47df-af8e-c160254d5cef" providerId="ADAL" clId="{067FCE3D-3D41-4548-936F-F0A348C85C95}" dt="2026-10-09T05:57:21.472" v="156" actId="6938"/>
          <pc:sldLayoutMkLst>
            <pc:docMk/>
            <pc:sldMasterMk cId="1851218497" sldId="2147483670"/>
            <pc:sldLayoutMk cId="3797126251" sldId="2147483681"/>
          </pc:sldLayoutMkLst>
        </pc:sldLayoutChg>
      </pc:sldMasterChg>
    </pc:docChg>
  </pc:docChgLst>
  <pc:docChgLst>
    <pc:chgData name="Sam Davies" userId="S::sam.davies01@student.wandw.ac.nz::2aa76847-dcdb-49ce-ad64-4c8b14150815" providerId="AD" clId="Web-{75D09BC6-FCF9-4592-41EE-C6D2E5985BB1}"/>
    <pc:docChg chg="addSld modSld">
      <pc:chgData name="Sam Davies" userId="S::sam.davies01@student.wandw.ac.nz::2aa76847-dcdb-49ce-ad64-4c8b14150815" providerId="AD" clId="Web-{75D09BC6-FCF9-4592-41EE-C6D2E5985BB1}" dt="2026-10-31T01:52:16.238" v="885" actId="20577"/>
      <pc:docMkLst>
        <pc:docMk/>
      </pc:docMkLst>
      <pc:sldChg chg="modSp">
        <pc:chgData name="Sam Davies" userId="S::sam.davies01@student.wandw.ac.nz::2aa76847-dcdb-49ce-ad64-4c8b14150815" providerId="AD" clId="Web-{75D09BC6-FCF9-4592-41EE-C6D2E5985BB1}" dt="2026-10-31T01:31:36.106" v="801" actId="20577"/>
        <pc:sldMkLst>
          <pc:docMk/>
          <pc:sldMk cId="3469609952" sldId="257"/>
        </pc:sldMkLst>
        <pc:spChg chg="mod">
          <ac:chgData name="Sam Davies" userId="S::sam.davies01@student.wandw.ac.nz::2aa76847-dcdb-49ce-ad64-4c8b14150815" providerId="AD" clId="Web-{75D09BC6-FCF9-4592-41EE-C6D2E5985BB1}" dt="2026-10-31T01:31:36.106" v="801" actId="20577"/>
          <ac:spMkLst>
            <pc:docMk/>
            <pc:sldMk cId="3469609952" sldId="257"/>
            <ac:spMk id="3" creationId="{98B2709F-7092-C4DF-2680-CEE381877C3F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48:03.511" v="864" actId="20577"/>
        <pc:sldMkLst>
          <pc:docMk/>
          <pc:sldMk cId="2914373187" sldId="258"/>
        </pc:sldMkLst>
        <pc:spChg chg="mod">
          <ac:chgData name="Sam Davies" userId="S::sam.davies01@student.wandw.ac.nz::2aa76847-dcdb-49ce-ad64-4c8b14150815" providerId="AD" clId="Web-{75D09BC6-FCF9-4592-41EE-C6D2E5985BB1}" dt="2026-10-31T01:48:03.511" v="864" actId="20577"/>
          <ac:spMkLst>
            <pc:docMk/>
            <pc:sldMk cId="2914373187" sldId="258"/>
            <ac:spMk id="2" creationId="{DBC94768-B7FF-A195-8FEB-E6C3518C91F1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4:51.250" v="713" actId="20577"/>
        <pc:sldMkLst>
          <pc:docMk/>
          <pc:sldMk cId="1508039378" sldId="260"/>
        </pc:sldMkLst>
        <pc:spChg chg="mod">
          <ac:chgData name="Sam Davies" userId="S::sam.davies01@student.wandw.ac.nz::2aa76847-dcdb-49ce-ad64-4c8b14150815" providerId="AD" clId="Web-{75D09BC6-FCF9-4592-41EE-C6D2E5985BB1}" dt="2026-10-31T01:24:51.250" v="713" actId="20577"/>
          <ac:spMkLst>
            <pc:docMk/>
            <pc:sldMk cId="1508039378" sldId="260"/>
            <ac:spMk id="2" creationId="{F82313FF-E954-E53A-1C59-C60CD16384E0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0:36:37.256" v="55" actId="20577"/>
          <ac:spMkLst>
            <pc:docMk/>
            <pc:sldMk cId="1508039378" sldId="260"/>
            <ac:spMk id="3" creationId="{AFC45100-EFAE-B274-E3F7-92B37B6A09FD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0:16:27.279" v="1"/>
        <pc:sldMkLst>
          <pc:docMk/>
          <pc:sldMk cId="206983872" sldId="261"/>
        </pc:sldMkLst>
        <pc:picChg chg="mod">
          <ac:chgData name="Sam Davies" userId="S::sam.davies01@student.wandw.ac.nz::2aa76847-dcdb-49ce-ad64-4c8b14150815" providerId="AD" clId="Web-{75D09BC6-FCF9-4592-41EE-C6D2E5985BB1}" dt="2026-10-31T00:16:27.279" v="1"/>
          <ac:picMkLst>
            <pc:docMk/>
            <pc:sldMk cId="206983872" sldId="261"/>
            <ac:picMk id="11" creationId="{356EB5A7-BC8B-B68A-406A-84B8D18983F1}"/>
          </ac:picMkLst>
        </pc:picChg>
      </pc:sldChg>
      <pc:sldChg chg="modSp">
        <pc:chgData name="Sam Davies" userId="S::sam.davies01@student.wandw.ac.nz::2aa76847-dcdb-49ce-ad64-4c8b14150815" providerId="AD" clId="Web-{75D09BC6-FCF9-4592-41EE-C6D2E5985BB1}" dt="2026-10-31T00:37:09.866" v="80" actId="20577"/>
        <pc:sldMkLst>
          <pc:docMk/>
          <pc:sldMk cId="2510012706" sldId="262"/>
        </pc:sldMkLst>
        <pc:spChg chg="mod">
          <ac:chgData name="Sam Davies" userId="S::sam.davies01@student.wandw.ac.nz::2aa76847-dcdb-49ce-ad64-4c8b14150815" providerId="AD" clId="Web-{75D09BC6-FCF9-4592-41EE-C6D2E5985BB1}" dt="2026-10-31T00:37:09.866" v="80" actId="20577"/>
          <ac:spMkLst>
            <pc:docMk/>
            <pc:sldMk cId="2510012706" sldId="262"/>
            <ac:spMk id="3" creationId="{0B65E64D-8438-7626-94A8-E0C546572830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5:05.766" v="717" actId="20577"/>
        <pc:sldMkLst>
          <pc:docMk/>
          <pc:sldMk cId="1310119030" sldId="266"/>
        </pc:sldMkLst>
        <pc:spChg chg="mod">
          <ac:chgData name="Sam Davies" userId="S::sam.davies01@student.wandw.ac.nz::2aa76847-dcdb-49ce-ad64-4c8b14150815" providerId="AD" clId="Web-{75D09BC6-FCF9-4592-41EE-C6D2E5985BB1}" dt="2026-10-31T01:25:05.766" v="717" actId="20577"/>
          <ac:spMkLst>
            <pc:docMk/>
            <pc:sldMk cId="1310119030" sldId="266"/>
            <ac:spMk id="2" creationId="{DEA2BC61-CD0C-BF09-4292-47C6AF1B1677}"/>
          </ac:spMkLst>
        </pc:spChg>
      </pc:sldChg>
      <pc:sldChg chg="addSp delSp modSp">
        <pc:chgData name="Sam Davies" userId="S::sam.davies01@student.wandw.ac.nz::2aa76847-dcdb-49ce-ad64-4c8b14150815" providerId="AD" clId="Web-{75D09BC6-FCF9-4592-41EE-C6D2E5985BB1}" dt="2026-10-31T01:25:33.955" v="722" actId="20577"/>
        <pc:sldMkLst>
          <pc:docMk/>
          <pc:sldMk cId="3646000603" sldId="267"/>
        </pc:sldMkLst>
        <pc:spChg chg="mod">
          <ac:chgData name="Sam Davies" userId="S::sam.davies01@student.wandw.ac.nz::2aa76847-dcdb-49ce-ad64-4c8b14150815" providerId="AD" clId="Web-{75D09BC6-FCF9-4592-41EE-C6D2E5985BB1}" dt="2026-10-31T01:25:33.955" v="722" actId="20577"/>
          <ac:spMkLst>
            <pc:docMk/>
            <pc:sldMk cId="3646000603" sldId="267"/>
            <ac:spMk id="2" creationId="{38FFFB59-642D-1360-93E1-B6A36C65C39A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1:10:42.631" v="678" actId="20577"/>
          <ac:spMkLst>
            <pc:docMk/>
            <pc:sldMk cId="3646000603" sldId="267"/>
            <ac:spMk id="3" creationId="{0906C58C-A390-F67E-B87D-F3B2F50E0601}"/>
          </ac:spMkLst>
        </pc:spChg>
        <pc:picChg chg="add del mod">
          <ac:chgData name="Sam Davies" userId="S::sam.davies01@student.wandw.ac.nz::2aa76847-dcdb-49ce-ad64-4c8b14150815" providerId="AD" clId="Web-{75D09BC6-FCF9-4592-41EE-C6D2E5985BB1}" dt="2026-10-31T00:44:19.645" v="152"/>
          <ac:picMkLst>
            <pc:docMk/>
            <pc:sldMk cId="3646000603" sldId="267"/>
            <ac:picMk id="5" creationId="{A7741712-5F64-0D1C-0873-0029A1B19F46}"/>
          </ac:picMkLst>
        </pc:picChg>
      </pc:sldChg>
      <pc:sldChg chg="modSp">
        <pc:chgData name="Sam Davies" userId="S::sam.davies01@student.wandw.ac.nz::2aa76847-dcdb-49ce-ad64-4c8b14150815" providerId="AD" clId="Web-{75D09BC6-FCF9-4592-41EE-C6D2E5985BB1}" dt="2026-10-31T01:24:02.030" v="707" actId="20577"/>
        <pc:sldMkLst>
          <pc:docMk/>
          <pc:sldMk cId="1822370155" sldId="269"/>
        </pc:sldMkLst>
        <pc:spChg chg="mod">
          <ac:chgData name="Sam Davies" userId="S::sam.davies01@student.wandw.ac.nz::2aa76847-dcdb-49ce-ad64-4c8b14150815" providerId="AD" clId="Web-{75D09BC6-FCF9-4592-41EE-C6D2E5985BB1}" dt="2026-10-31T01:23:46.170" v="699" actId="20577"/>
          <ac:spMkLst>
            <pc:docMk/>
            <pc:sldMk cId="1822370155" sldId="269"/>
            <ac:spMk id="2" creationId="{32FD656A-3CEC-BED5-96D3-70C3E61432DA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1:24:02.030" v="707" actId="20577"/>
          <ac:spMkLst>
            <pc:docMk/>
            <pc:sldMk cId="1822370155" sldId="269"/>
            <ac:spMk id="3" creationId="{06898650-1C93-F325-AC21-F89482EDBAF8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52:16.238" v="885" actId="20577"/>
        <pc:sldMkLst>
          <pc:docMk/>
          <pc:sldMk cId="3346734016" sldId="271"/>
        </pc:sldMkLst>
        <pc:spChg chg="mod">
          <ac:chgData name="Sam Davies" userId="S::sam.davies01@student.wandw.ac.nz::2aa76847-dcdb-49ce-ad64-4c8b14150815" providerId="AD" clId="Web-{75D09BC6-FCF9-4592-41EE-C6D2E5985BB1}" dt="2026-10-31T01:52:16.238" v="885" actId="20577"/>
          <ac:spMkLst>
            <pc:docMk/>
            <pc:sldMk cId="3346734016" sldId="271"/>
            <ac:spMk id="2" creationId="{802B5A14-BEB6-ABDD-4AE2-4118259CB344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5:18.032" v="718" actId="20577"/>
        <pc:sldMkLst>
          <pc:docMk/>
          <pc:sldMk cId="4059292594" sldId="273"/>
        </pc:sldMkLst>
        <pc:spChg chg="mod">
          <ac:chgData name="Sam Davies" userId="S::sam.davies01@student.wandw.ac.nz::2aa76847-dcdb-49ce-ad64-4c8b14150815" providerId="AD" clId="Web-{75D09BC6-FCF9-4592-41EE-C6D2E5985BB1}" dt="2026-10-31T01:25:18.032" v="718" actId="20577"/>
          <ac:spMkLst>
            <pc:docMk/>
            <pc:sldMk cId="4059292594" sldId="273"/>
            <ac:spMk id="4" creationId="{8C906208-B8D7-7658-BDBB-1F399C091446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49:56.546" v="882" actId="20577"/>
        <pc:sldMkLst>
          <pc:docMk/>
          <pc:sldMk cId="2793174502" sldId="274"/>
        </pc:sldMkLst>
        <pc:spChg chg="mod">
          <ac:chgData name="Sam Davies" userId="S::sam.davies01@student.wandw.ac.nz::2aa76847-dcdb-49ce-ad64-4c8b14150815" providerId="AD" clId="Web-{75D09BC6-FCF9-4592-41EE-C6D2E5985BB1}" dt="2026-10-31T01:49:56.546" v="882" actId="20577"/>
          <ac:spMkLst>
            <pc:docMk/>
            <pc:sldMk cId="2793174502" sldId="274"/>
            <ac:spMk id="5" creationId="{F3E6C80E-6187-ECB8-33E1-ED7C9CD93D1C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0:34:18.501" v="36" actId="20577"/>
        <pc:sldMkLst>
          <pc:docMk/>
          <pc:sldMk cId="945336375" sldId="278"/>
        </pc:sldMkLst>
        <pc:spChg chg="mod">
          <ac:chgData name="Sam Davies" userId="S::sam.davies01@student.wandw.ac.nz::2aa76847-dcdb-49ce-ad64-4c8b14150815" providerId="AD" clId="Web-{75D09BC6-FCF9-4592-41EE-C6D2E5985BB1}" dt="2026-10-31T00:34:12.173" v="34" actId="20577"/>
          <ac:spMkLst>
            <pc:docMk/>
            <pc:sldMk cId="945336375" sldId="278"/>
            <ac:spMk id="5" creationId="{CC7E47E5-9725-7A88-AAC0-434B8E709179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0:34:14.173" v="35" actId="20577"/>
          <ac:spMkLst>
            <pc:docMk/>
            <pc:sldMk cId="945336375" sldId="278"/>
            <ac:spMk id="8" creationId="{EE8F0AC1-5B09-7347-97B4-C899CB63EF3C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0:34:18.501" v="36" actId="20577"/>
          <ac:spMkLst>
            <pc:docMk/>
            <pc:sldMk cId="945336375" sldId="278"/>
            <ac:spMk id="11" creationId="{AA2B19D6-B861-28CD-26FB-8FA6C38E51DE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4:17.421" v="711" actId="20577"/>
        <pc:sldMkLst>
          <pc:docMk/>
          <pc:sldMk cId="2074615870" sldId="279"/>
        </pc:sldMkLst>
        <pc:spChg chg="mod">
          <ac:chgData name="Sam Davies" userId="S::sam.davies01@student.wandw.ac.nz::2aa76847-dcdb-49ce-ad64-4c8b14150815" providerId="AD" clId="Web-{75D09BC6-FCF9-4592-41EE-C6D2E5985BB1}" dt="2026-10-31T01:24:17.421" v="711" actId="20577"/>
          <ac:spMkLst>
            <pc:docMk/>
            <pc:sldMk cId="2074615870" sldId="279"/>
            <ac:spMk id="3" creationId="{25543720-3B82-82A1-B21A-DBE0175F8D55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24:54.751" v="715" actId="20577"/>
        <pc:sldMkLst>
          <pc:docMk/>
          <pc:sldMk cId="4181329994" sldId="280"/>
        </pc:sldMkLst>
        <pc:spChg chg="mod">
          <ac:chgData name="Sam Davies" userId="S::sam.davies01@student.wandw.ac.nz::2aa76847-dcdb-49ce-ad64-4c8b14150815" providerId="AD" clId="Web-{75D09BC6-FCF9-4592-41EE-C6D2E5985BB1}" dt="2026-10-31T01:24:54.751" v="715" actId="20577"/>
          <ac:spMkLst>
            <pc:docMk/>
            <pc:sldMk cId="4181329994" sldId="280"/>
            <ac:spMk id="2" creationId="{8876C995-2AB4-8B3A-31C2-01778832438E}"/>
          </ac:spMkLst>
        </pc:spChg>
        <pc:spChg chg="mod">
          <ac:chgData name="Sam Davies" userId="S::sam.davies01@student.wandw.ac.nz::2aa76847-dcdb-49ce-ad64-4c8b14150815" providerId="AD" clId="Web-{75D09BC6-FCF9-4592-41EE-C6D2E5985BB1}" dt="2026-10-31T00:35:03.346" v="41" actId="20577"/>
          <ac:spMkLst>
            <pc:docMk/>
            <pc:sldMk cId="4181329994" sldId="280"/>
            <ac:spMk id="4" creationId="{E1C30833-EFAE-4DAF-B4B4-1CF34E231C3A}"/>
          </ac:spMkLst>
        </pc:spChg>
      </pc:sldChg>
      <pc:sldChg chg="modSp">
        <pc:chgData name="Sam Davies" userId="S::sam.davies01@student.wandw.ac.nz::2aa76847-dcdb-49ce-ad64-4c8b14150815" providerId="AD" clId="Web-{75D09BC6-FCF9-4592-41EE-C6D2E5985BB1}" dt="2026-10-31T01:47:09.775" v="847" actId="20577"/>
        <pc:sldMkLst>
          <pc:docMk/>
          <pc:sldMk cId="1378369778" sldId="281"/>
        </pc:sldMkLst>
        <pc:spChg chg="mod">
          <ac:chgData name="Sam Davies" userId="S::sam.davies01@student.wandw.ac.nz::2aa76847-dcdb-49ce-ad64-4c8b14150815" providerId="AD" clId="Web-{75D09BC6-FCF9-4592-41EE-C6D2E5985BB1}" dt="2026-10-31T01:47:09.775" v="847" actId="20577"/>
          <ac:spMkLst>
            <pc:docMk/>
            <pc:sldMk cId="1378369778" sldId="281"/>
            <ac:spMk id="2" creationId="{D83174B2-3B8E-E756-C98B-22BE332EB72A}"/>
          </ac:spMkLst>
        </pc:spChg>
      </pc:sldChg>
      <pc:sldChg chg="addSp delSp modSp new mod modClrScheme chgLayout">
        <pc:chgData name="Sam Davies" userId="S::sam.davies01@student.wandw.ac.nz::2aa76847-dcdb-49ce-ad64-4c8b14150815" providerId="AD" clId="Web-{75D09BC6-FCF9-4592-41EE-C6D2E5985BB1}" dt="2026-10-31T01:51:57.894" v="883" actId="20577"/>
        <pc:sldMkLst>
          <pc:docMk/>
          <pc:sldMk cId="3994499264" sldId="282"/>
        </pc:sldMkLst>
        <pc:spChg chg="mod ord">
          <ac:chgData name="Sam Davies" userId="S::sam.davies01@student.wandw.ac.nz::2aa76847-dcdb-49ce-ad64-4c8b14150815" providerId="AD" clId="Web-{75D09BC6-FCF9-4592-41EE-C6D2E5985BB1}" dt="2026-10-31T01:33:21" v="804"/>
          <ac:spMkLst>
            <pc:docMk/>
            <pc:sldMk cId="3994499264" sldId="282"/>
            <ac:spMk id="2" creationId="{02CDA396-A685-584F-ADCF-AB166A387513}"/>
          </ac:spMkLst>
        </pc:spChg>
        <pc:spChg chg="del">
          <ac:chgData name="Sam Davies" userId="S::sam.davies01@student.wandw.ac.nz::2aa76847-dcdb-49ce-ad64-4c8b14150815" providerId="AD" clId="Web-{75D09BC6-FCF9-4592-41EE-C6D2E5985BB1}" dt="2026-10-31T01:26:26.753" v="746"/>
          <ac:spMkLst>
            <pc:docMk/>
            <pc:sldMk cId="3994499264" sldId="282"/>
            <ac:spMk id="3" creationId="{8270FECE-AD0B-C843-6A29-8ECCB861FAE0}"/>
          </ac:spMkLst>
        </pc:spChg>
        <pc:spChg chg="mod ord">
          <ac:chgData name="Sam Davies" userId="S::sam.davies01@student.wandw.ac.nz::2aa76847-dcdb-49ce-ad64-4c8b14150815" providerId="AD" clId="Web-{75D09BC6-FCF9-4592-41EE-C6D2E5985BB1}" dt="2026-10-31T01:33:21" v="804"/>
          <ac:spMkLst>
            <pc:docMk/>
            <pc:sldMk cId="3994499264" sldId="282"/>
            <ac:spMk id="4" creationId="{FAFA0B9A-A517-42F0-E19C-F5948F03F406}"/>
          </ac:spMkLst>
        </pc:spChg>
        <pc:spChg chg="add mod ord">
          <ac:chgData name="Sam Davies" userId="S::sam.davies01@student.wandw.ac.nz::2aa76847-dcdb-49ce-ad64-4c8b14150815" providerId="AD" clId="Web-{75D09BC6-FCF9-4592-41EE-C6D2E5985BB1}" dt="2026-10-31T01:48:42.528" v="880" actId="20577"/>
          <ac:spMkLst>
            <pc:docMk/>
            <pc:sldMk cId="3994499264" sldId="282"/>
            <ac:spMk id="5" creationId="{5AB68112-FD2F-3319-B421-D7F0C3AA4559}"/>
          </ac:spMkLst>
        </pc:spChg>
        <pc:spChg chg="add del mod ord">
          <ac:chgData name="Sam Davies" userId="S::sam.davies01@student.wandw.ac.nz::2aa76847-dcdb-49ce-ad64-4c8b14150815" providerId="AD" clId="Web-{75D09BC6-FCF9-4592-41EE-C6D2E5985BB1}" dt="2026-10-31T01:33:47.892" v="807"/>
          <ac:spMkLst>
            <pc:docMk/>
            <pc:sldMk cId="3994499264" sldId="282"/>
            <ac:spMk id="6" creationId="{C9B7DE8B-AD64-5232-51DA-503EE4E96AEC}"/>
          </ac:spMkLst>
        </pc:spChg>
        <pc:spChg chg="add del mod">
          <ac:chgData name="Sam Davies" userId="S::sam.davies01@student.wandw.ac.nz::2aa76847-dcdb-49ce-ad64-4c8b14150815" providerId="AD" clId="Web-{75D09BC6-FCF9-4592-41EE-C6D2E5985BB1}" dt="2026-10-31T01:41:26.531" v="826"/>
          <ac:spMkLst>
            <pc:docMk/>
            <pc:sldMk cId="3994499264" sldId="282"/>
            <ac:spMk id="8" creationId="{D4AB534D-F28F-2CBA-A2A7-FF7D45CDD490}"/>
          </ac:spMkLst>
        </pc:spChg>
        <pc:spChg chg="add mod">
          <ac:chgData name="Sam Davies" userId="S::sam.davies01@student.wandw.ac.nz::2aa76847-dcdb-49ce-ad64-4c8b14150815" providerId="AD" clId="Web-{75D09BC6-FCF9-4592-41EE-C6D2E5985BB1}" dt="2026-10-31T01:51:57.894" v="883" actId="20577"/>
          <ac:spMkLst>
            <pc:docMk/>
            <pc:sldMk cId="3994499264" sldId="282"/>
            <ac:spMk id="10" creationId="{095A08D9-A3F5-59F0-1DB7-14C798B0E14B}"/>
          </ac:spMkLst>
        </pc:spChg>
      </pc:sldChg>
    </pc:docChg>
  </pc:docChgLst>
  <pc:docChgLst>
    <pc:chgData name="Sam Davies" userId="S::sam.davies01@student.wandw.ac.nz::2aa76847-dcdb-49ce-ad64-4c8b14150815" providerId="AD" clId="Web-{7DE804F5-E400-099F-1817-C273204E315C}"/>
    <pc:docChg chg="modSld">
      <pc:chgData name="Sam Davies" userId="S::sam.davies01@student.wandw.ac.nz::2aa76847-dcdb-49ce-ad64-4c8b14150815" providerId="AD" clId="Web-{7DE804F5-E400-099F-1817-C273204E315C}" dt="2026-10-30T00:10:45.992" v="88" actId="20577"/>
      <pc:docMkLst>
        <pc:docMk/>
      </pc:docMkLst>
      <pc:sldChg chg="addSp modSp">
        <pc:chgData name="Sam Davies" userId="S::sam.davies01@student.wandw.ac.nz::2aa76847-dcdb-49ce-ad64-4c8b14150815" providerId="AD" clId="Web-{7DE804F5-E400-099F-1817-C273204E315C}" dt="2026-10-30T00:03:10.055" v="35" actId="1076"/>
        <pc:sldMkLst>
          <pc:docMk/>
          <pc:sldMk cId="206983872" sldId="261"/>
        </pc:sldMkLst>
        <pc:spChg chg="mod">
          <ac:chgData name="Sam Davies" userId="S::sam.davies01@student.wandw.ac.nz::2aa76847-dcdb-49ce-ad64-4c8b14150815" providerId="AD" clId="Web-{7DE804F5-E400-099F-1817-C273204E315C}" dt="2026-10-30T00:02:14.243" v="0" actId="1076"/>
          <ac:spMkLst>
            <pc:docMk/>
            <pc:sldMk cId="206983872" sldId="261"/>
            <ac:spMk id="3" creationId="{FE549885-A9A1-369F-3247-E889A85FD011}"/>
          </ac:spMkLst>
        </pc:spChg>
        <pc:spChg chg="add mod">
          <ac:chgData name="Sam Davies" userId="S::sam.davies01@student.wandw.ac.nz::2aa76847-dcdb-49ce-ad64-4c8b14150815" providerId="AD" clId="Web-{7DE804F5-E400-099F-1817-C273204E315C}" dt="2026-10-30T00:03:10.055" v="35" actId="1076"/>
          <ac:spMkLst>
            <pc:docMk/>
            <pc:sldMk cId="206983872" sldId="261"/>
            <ac:spMk id="4" creationId="{61AB594F-AFCE-0D4B-5454-CC6B5ABC41E9}"/>
          </ac:spMkLst>
        </pc:spChg>
      </pc:sldChg>
      <pc:sldChg chg="modSp">
        <pc:chgData name="Sam Davies" userId="S::sam.davies01@student.wandw.ac.nz::2aa76847-dcdb-49ce-ad64-4c8b14150815" providerId="AD" clId="Web-{7DE804F5-E400-099F-1817-C273204E315C}" dt="2026-10-30T00:08:33.445" v="38" actId="20577"/>
        <pc:sldMkLst>
          <pc:docMk/>
          <pc:sldMk cId="1310119030" sldId="266"/>
        </pc:sldMkLst>
        <pc:spChg chg="mod">
          <ac:chgData name="Sam Davies" userId="S::sam.davies01@student.wandw.ac.nz::2aa76847-dcdb-49ce-ad64-4c8b14150815" providerId="AD" clId="Web-{7DE804F5-E400-099F-1817-C273204E315C}" dt="2026-10-30T00:08:33.445" v="38" actId="20577"/>
          <ac:spMkLst>
            <pc:docMk/>
            <pc:sldMk cId="1310119030" sldId="266"/>
            <ac:spMk id="3" creationId="{4304F670-7D8D-7CDE-7CD8-6AD8A676A540}"/>
          </ac:spMkLst>
        </pc:spChg>
      </pc:sldChg>
      <pc:sldChg chg="modSp">
        <pc:chgData name="Sam Davies" userId="S::sam.davies01@student.wandw.ac.nz::2aa76847-dcdb-49ce-ad64-4c8b14150815" providerId="AD" clId="Web-{7DE804F5-E400-099F-1817-C273204E315C}" dt="2026-10-30T00:10:45.992" v="88" actId="20577"/>
        <pc:sldMkLst>
          <pc:docMk/>
          <pc:sldMk cId="3646000603" sldId="267"/>
        </pc:sldMkLst>
        <pc:spChg chg="mod">
          <ac:chgData name="Sam Davies" userId="S::sam.davies01@student.wandw.ac.nz::2aa76847-dcdb-49ce-ad64-4c8b14150815" providerId="AD" clId="Web-{7DE804F5-E400-099F-1817-C273204E315C}" dt="2026-10-30T00:10:45.992" v="88" actId="20577"/>
          <ac:spMkLst>
            <pc:docMk/>
            <pc:sldMk cId="3646000603" sldId="267"/>
            <ac:spMk id="3" creationId="{0906C58C-A390-F67E-B87D-F3B2F50E060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9020A-DC7A-43EC-A9D8-77D21DF756D3}" type="datetimeFigureOut">
              <a:rPr lang="en-NZ" smtClean="0"/>
              <a:t>31/10/2026</a:t>
            </a:fld>
            <a:endParaRPr lang="en-N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3E287E-35E5-4F43-A33E-41835D362A50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11993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E287E-35E5-4F43-A33E-41835D362A50}" type="slidenum">
              <a:rPr lang="en-NZ" smtClean="0"/>
              <a:t>15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8950490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D/S</a:t>
            </a:r>
            <a:endParaRPr lang="en-N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3E287E-35E5-4F43-A33E-41835D362A50}" type="slidenum">
              <a:rPr lang="en-NZ" smtClean="0"/>
              <a:t>18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8253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69848" y="1645920"/>
            <a:ext cx="100584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5684368" y="379476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9848" y="3931920"/>
            <a:ext cx="1005840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b="1" kern="0" spc="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00" b="1" kern="0" spc="200">
                <a:solidFill>
                  <a:schemeClr val="accent2"/>
                </a:solidFill>
              </a:rPr>
              <a:t>Subtext</a:t>
            </a:r>
            <a:endParaRPr lang="en-US" sz="1300"/>
          </a:p>
        </p:txBody>
      </p:sp>
      <p:sp>
        <p:nvSpPr>
          <p:cNvPr id="5" name="Shape 1"/>
          <p:cNvSpPr/>
          <p:nvPr/>
        </p:nvSpPr>
        <p:spPr>
          <a:xfrm>
            <a:off x="5684368" y="539496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lide Number Placeholder 0">
            <a:extLst>
              <a:ext uri="{FF2B5EF4-FFF2-40B4-BE49-F238E27FC236}">
                <a16:creationId xmlns:a16="http://schemas.microsoft.com/office/drawing/2014/main" id="{F5F8C708-58E7-FE8B-0938-2787BBAD33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626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rc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ord 6">
            <a:extLst>
              <a:ext uri="{FF2B5EF4-FFF2-40B4-BE49-F238E27FC236}">
                <a16:creationId xmlns:a16="http://schemas.microsoft.com/office/drawing/2014/main" id="{4E59DF1C-21DA-4DA8-4FF2-15C3C8E4A236}"/>
              </a:ext>
            </a:extLst>
          </p:cNvPr>
          <p:cNvSpPr/>
          <p:nvPr userDrawn="1"/>
        </p:nvSpPr>
        <p:spPr>
          <a:xfrm rot="16200000">
            <a:off x="2769951" y="-3417802"/>
            <a:ext cx="6651797" cy="6400801"/>
          </a:xfrm>
          <a:prstGeom prst="chord">
            <a:avLst>
              <a:gd name="adj1" fmla="val 5626550"/>
              <a:gd name="adj2" fmla="val 15968423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3352648" y="320040"/>
            <a:ext cx="5486400" cy="1318260"/>
          </a:xfrm>
          <a:prstGeom prst="rect">
            <a:avLst/>
          </a:prstGeom>
          <a:noFill/>
          <a:ln/>
        </p:spPr>
        <p:txBody>
          <a:bodyPr wrap="square" rtlCol="0" anchor="b" anchorCtr="0"/>
          <a:lstStyle>
            <a:lvl1pPr marL="0" indent="0" algn="ctr">
              <a:buNone/>
              <a:defRPr lang="en-US" sz="4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400">
                <a:solidFill>
                  <a:schemeClr val="tx1"/>
                </a:solidFill>
              </a:rPr>
              <a:t>Click to add title</a:t>
            </a:r>
            <a:endParaRPr lang="en-US" sz="440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984248" y="3520440"/>
            <a:ext cx="822960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Click to add text</a:t>
            </a:r>
            <a:endParaRPr lang="en-US" sz="1800"/>
          </a:p>
        </p:txBody>
      </p:sp>
      <p:sp>
        <p:nvSpPr>
          <p:cNvPr id="5" name="Text 1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6" name="Text 2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111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5120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6095848" y="320040"/>
            <a:ext cx="0" cy="589788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/>
          <p:nvPr/>
        </p:nvSpPr>
        <p:spPr>
          <a:xfrm>
            <a:off x="5958688" y="1536192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Text 2"/>
          <p:cNvSpPr>
            <a:spLocks noGrp="1"/>
          </p:cNvSpPr>
          <p:nvPr>
            <p:ph type="body" idx="103" hasCustomPrompt="1"/>
          </p:nvPr>
        </p:nvSpPr>
        <p:spPr>
          <a:xfrm>
            <a:off x="6446520" y="141732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800">
                <a:solidFill>
                  <a:schemeClr val="accent1"/>
                </a:solidFill>
              </a:rPr>
              <a:t>Date</a:t>
            </a:r>
            <a:endParaRPr lang="en-US" sz="2800"/>
          </a:p>
        </p:txBody>
      </p:sp>
      <p:sp>
        <p:nvSpPr>
          <p:cNvPr id="6" name="Shape 2"/>
          <p:cNvSpPr/>
          <p:nvPr/>
        </p:nvSpPr>
        <p:spPr>
          <a:xfrm>
            <a:off x="6537960" y="1984248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6446520" y="205740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What happened</a:t>
            </a:r>
            <a:endParaRPr lang="en-US" sz="1200"/>
          </a:p>
        </p:txBody>
      </p:sp>
      <p:sp>
        <p:nvSpPr>
          <p:cNvPr id="8" name="Text 3"/>
          <p:cNvSpPr/>
          <p:nvPr/>
        </p:nvSpPr>
        <p:spPr>
          <a:xfrm>
            <a:off x="5958688" y="2724912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Text 4"/>
          <p:cNvSpPr>
            <a:spLocks noGrp="1"/>
          </p:cNvSpPr>
          <p:nvPr>
            <p:ph type="body" idx="107" hasCustomPrompt="1"/>
          </p:nvPr>
        </p:nvSpPr>
        <p:spPr>
          <a:xfrm>
            <a:off x="1005840" y="260604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r>
              <a:rPr lang="en-US" sz="2800">
                <a:solidFill>
                  <a:schemeClr val="accent1"/>
                </a:solidFill>
              </a:rPr>
              <a:t>Date</a:t>
            </a:r>
            <a:endParaRPr lang="en-US" sz="2800"/>
          </a:p>
        </p:txBody>
      </p:sp>
      <p:sp>
        <p:nvSpPr>
          <p:cNvPr id="10" name="Shape 4"/>
          <p:cNvSpPr/>
          <p:nvPr/>
        </p:nvSpPr>
        <p:spPr>
          <a:xfrm>
            <a:off x="4937760" y="3172968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Text 5"/>
          <p:cNvSpPr>
            <a:spLocks noGrp="1"/>
          </p:cNvSpPr>
          <p:nvPr>
            <p:ph type="body" idx="109" hasCustomPrompt="1"/>
          </p:nvPr>
        </p:nvSpPr>
        <p:spPr>
          <a:xfrm>
            <a:off x="1005840" y="324612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r>
              <a:rPr lang="en-US" sz="1200">
                <a:solidFill>
                  <a:schemeClr val="tx1"/>
                </a:solidFill>
              </a:rPr>
              <a:t>What happened</a:t>
            </a:r>
            <a:endParaRPr lang="en-US" sz="1200"/>
          </a:p>
        </p:txBody>
      </p:sp>
      <p:sp>
        <p:nvSpPr>
          <p:cNvPr id="12" name="Text 5"/>
          <p:cNvSpPr/>
          <p:nvPr/>
        </p:nvSpPr>
        <p:spPr>
          <a:xfrm>
            <a:off x="5958688" y="3913632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Text 6"/>
          <p:cNvSpPr>
            <a:spLocks noGrp="1"/>
          </p:cNvSpPr>
          <p:nvPr>
            <p:ph type="body" idx="111" hasCustomPrompt="1"/>
          </p:nvPr>
        </p:nvSpPr>
        <p:spPr>
          <a:xfrm>
            <a:off x="6446520" y="379476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2800">
                <a:solidFill>
                  <a:schemeClr val="accent1"/>
                </a:solidFill>
              </a:rPr>
              <a:t>Date</a:t>
            </a:r>
            <a:endParaRPr lang="en-US" sz="2800"/>
          </a:p>
        </p:txBody>
      </p:sp>
      <p:sp>
        <p:nvSpPr>
          <p:cNvPr id="14" name="Shape 6"/>
          <p:cNvSpPr/>
          <p:nvPr/>
        </p:nvSpPr>
        <p:spPr>
          <a:xfrm>
            <a:off x="6537960" y="4361688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5" name="Text 7"/>
          <p:cNvSpPr>
            <a:spLocks noGrp="1"/>
          </p:cNvSpPr>
          <p:nvPr>
            <p:ph type="body" idx="113" hasCustomPrompt="1"/>
          </p:nvPr>
        </p:nvSpPr>
        <p:spPr>
          <a:xfrm>
            <a:off x="6446520" y="443484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What happened</a:t>
            </a:r>
            <a:endParaRPr lang="en-US" sz="1200"/>
          </a:p>
        </p:txBody>
      </p:sp>
      <p:sp>
        <p:nvSpPr>
          <p:cNvPr id="16" name="Text 7"/>
          <p:cNvSpPr/>
          <p:nvPr/>
        </p:nvSpPr>
        <p:spPr>
          <a:xfrm>
            <a:off x="5958688" y="5102352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Text 8"/>
          <p:cNvSpPr>
            <a:spLocks noGrp="1"/>
          </p:cNvSpPr>
          <p:nvPr>
            <p:ph type="body" idx="115" hasCustomPrompt="1"/>
          </p:nvPr>
        </p:nvSpPr>
        <p:spPr>
          <a:xfrm>
            <a:off x="1005840" y="498348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r>
              <a:rPr lang="en-US" sz="2800">
                <a:solidFill>
                  <a:schemeClr val="accent1"/>
                </a:solidFill>
              </a:rPr>
              <a:t>Date</a:t>
            </a:r>
            <a:endParaRPr lang="en-US" sz="2800"/>
          </a:p>
        </p:txBody>
      </p:sp>
      <p:sp>
        <p:nvSpPr>
          <p:cNvPr id="18" name="Shape 8"/>
          <p:cNvSpPr/>
          <p:nvPr/>
        </p:nvSpPr>
        <p:spPr>
          <a:xfrm>
            <a:off x="4937760" y="5550408"/>
            <a:ext cx="73152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9"/>
          <p:cNvSpPr>
            <a:spLocks noGrp="1"/>
          </p:cNvSpPr>
          <p:nvPr>
            <p:ph type="body" idx="117" hasCustomPrompt="1"/>
          </p:nvPr>
        </p:nvSpPr>
        <p:spPr>
          <a:xfrm>
            <a:off x="1005840" y="5623560"/>
            <a:ext cx="475488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r">
              <a:buNone/>
            </a:pPr>
            <a:r>
              <a:rPr lang="en-US" sz="1200">
                <a:solidFill>
                  <a:schemeClr val="tx1"/>
                </a:solidFill>
              </a:rPr>
              <a:t>What happened</a:t>
            </a:r>
            <a:endParaRPr lang="en-US" sz="1200"/>
          </a:p>
        </p:txBody>
      </p:sp>
      <p:sp>
        <p:nvSpPr>
          <p:cNvPr id="20" name="Text 9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1" name="Text 10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8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BHB Horizontal Timelin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-128186" y="3429000"/>
            <a:ext cx="1245122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/>
          <p:nvPr/>
        </p:nvSpPr>
        <p:spPr>
          <a:xfrm>
            <a:off x="1336015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473175" y="288036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558775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558775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8" name="Text 3"/>
          <p:cNvSpPr/>
          <p:nvPr/>
        </p:nvSpPr>
        <p:spPr>
          <a:xfrm>
            <a:off x="3185084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3322244" y="370332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5"/>
          <p:cNvSpPr>
            <a:spLocks noGrp="1"/>
          </p:cNvSpPr>
          <p:nvPr>
            <p:ph type="body" idx="108" hasCustomPrompt="1"/>
          </p:nvPr>
        </p:nvSpPr>
        <p:spPr>
          <a:xfrm>
            <a:off x="2407844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1" name="Text 5"/>
          <p:cNvSpPr>
            <a:spLocks noGrp="1"/>
          </p:cNvSpPr>
          <p:nvPr>
            <p:ph type="body" idx="109" hasCustomPrompt="1"/>
          </p:nvPr>
        </p:nvSpPr>
        <p:spPr>
          <a:xfrm>
            <a:off x="2407844" y="4617720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12" name="Text 5"/>
          <p:cNvSpPr/>
          <p:nvPr/>
        </p:nvSpPr>
        <p:spPr>
          <a:xfrm>
            <a:off x="5034153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Shape 6"/>
          <p:cNvSpPr/>
          <p:nvPr/>
        </p:nvSpPr>
        <p:spPr>
          <a:xfrm>
            <a:off x="5171313" y="288036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7"/>
          <p:cNvSpPr>
            <a:spLocks noGrp="1"/>
          </p:cNvSpPr>
          <p:nvPr>
            <p:ph type="body" idx="112" hasCustomPrompt="1"/>
          </p:nvPr>
        </p:nvSpPr>
        <p:spPr>
          <a:xfrm>
            <a:off x="4256913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5" name="Text 7"/>
          <p:cNvSpPr>
            <a:spLocks noGrp="1"/>
          </p:cNvSpPr>
          <p:nvPr>
            <p:ph type="body" idx="113" hasCustomPrompt="1"/>
          </p:nvPr>
        </p:nvSpPr>
        <p:spPr>
          <a:xfrm>
            <a:off x="4256913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16" name="Text 7"/>
          <p:cNvSpPr/>
          <p:nvPr/>
        </p:nvSpPr>
        <p:spPr>
          <a:xfrm>
            <a:off x="6883222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7" name="Shape 8"/>
          <p:cNvSpPr/>
          <p:nvPr/>
        </p:nvSpPr>
        <p:spPr>
          <a:xfrm>
            <a:off x="7020382" y="370332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8" name="Text 9"/>
          <p:cNvSpPr>
            <a:spLocks noGrp="1"/>
          </p:cNvSpPr>
          <p:nvPr>
            <p:ph type="body" idx="116" hasCustomPrompt="1"/>
          </p:nvPr>
        </p:nvSpPr>
        <p:spPr>
          <a:xfrm>
            <a:off x="6105982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9" name="Text 9"/>
          <p:cNvSpPr>
            <a:spLocks noGrp="1"/>
          </p:cNvSpPr>
          <p:nvPr>
            <p:ph type="body" idx="117" hasCustomPrompt="1"/>
          </p:nvPr>
        </p:nvSpPr>
        <p:spPr>
          <a:xfrm>
            <a:off x="6105982" y="4617720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0" name="Text 9"/>
          <p:cNvSpPr/>
          <p:nvPr/>
        </p:nvSpPr>
        <p:spPr>
          <a:xfrm>
            <a:off x="8732291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Shape 10"/>
          <p:cNvSpPr/>
          <p:nvPr/>
        </p:nvSpPr>
        <p:spPr>
          <a:xfrm>
            <a:off x="8869451" y="288036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11"/>
          <p:cNvSpPr>
            <a:spLocks noGrp="1"/>
          </p:cNvSpPr>
          <p:nvPr>
            <p:ph type="body" idx="120" hasCustomPrompt="1"/>
          </p:nvPr>
        </p:nvSpPr>
        <p:spPr>
          <a:xfrm>
            <a:off x="7955051" y="146304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23" name="Text 11"/>
          <p:cNvSpPr>
            <a:spLocks noGrp="1"/>
          </p:cNvSpPr>
          <p:nvPr>
            <p:ph type="body" idx="121" hasCustomPrompt="1"/>
          </p:nvPr>
        </p:nvSpPr>
        <p:spPr>
          <a:xfrm>
            <a:off x="7955051" y="1920240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4" name="Text 11"/>
          <p:cNvSpPr/>
          <p:nvPr/>
        </p:nvSpPr>
        <p:spPr>
          <a:xfrm>
            <a:off x="10581361" y="3291840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5" name="Shape 12"/>
          <p:cNvSpPr/>
          <p:nvPr/>
        </p:nvSpPr>
        <p:spPr>
          <a:xfrm>
            <a:off x="10718521" y="3703320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6" name="Text 13"/>
          <p:cNvSpPr>
            <a:spLocks noGrp="1"/>
          </p:cNvSpPr>
          <p:nvPr>
            <p:ph type="body" idx="124" hasCustomPrompt="1"/>
          </p:nvPr>
        </p:nvSpPr>
        <p:spPr>
          <a:xfrm>
            <a:off x="9804121" y="4160520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27" name="Text 13"/>
          <p:cNvSpPr>
            <a:spLocks noGrp="1"/>
          </p:cNvSpPr>
          <p:nvPr>
            <p:ph type="body" idx="125" hasCustomPrompt="1"/>
          </p:nvPr>
        </p:nvSpPr>
        <p:spPr>
          <a:xfrm>
            <a:off x="9804121" y="4617720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6C145AEB-80F9-C4F5-AC29-9A3D5424324F}"/>
              </a:ext>
            </a:extLst>
          </p:cNvPr>
          <p:cNvSpPr/>
          <p:nvPr userDrawn="1"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DB1EA73A-2FBB-C218-2234-3A2572BA00BE}"/>
              </a:ext>
            </a:extLst>
          </p:cNvPr>
          <p:cNvSpPr/>
          <p:nvPr userDrawn="1"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36441B54-8151-9984-85CB-7CBD43F5E8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574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HB Horizontal Timelin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-128186" y="3599915"/>
            <a:ext cx="1245122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/>
          <p:nvPr/>
        </p:nvSpPr>
        <p:spPr>
          <a:xfrm>
            <a:off x="1021690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58850" y="299793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3"/>
          <p:cNvSpPr>
            <a:spLocks noGrp="1"/>
          </p:cNvSpPr>
          <p:nvPr>
            <p:ph type="body" idx="104" hasCustomPrompt="1"/>
          </p:nvPr>
        </p:nvSpPr>
        <p:spPr>
          <a:xfrm>
            <a:off x="244450" y="163395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7" name="Text 3"/>
          <p:cNvSpPr>
            <a:spLocks noGrp="1"/>
          </p:cNvSpPr>
          <p:nvPr>
            <p:ph type="body" idx="105" hasCustomPrompt="1"/>
          </p:nvPr>
        </p:nvSpPr>
        <p:spPr>
          <a:xfrm>
            <a:off x="244450" y="2091155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8" name="Text 3"/>
          <p:cNvSpPr/>
          <p:nvPr/>
        </p:nvSpPr>
        <p:spPr>
          <a:xfrm>
            <a:off x="2401443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2538603" y="3733265"/>
            <a:ext cx="0" cy="59055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5"/>
          <p:cNvSpPr>
            <a:spLocks noGrp="1"/>
          </p:cNvSpPr>
          <p:nvPr>
            <p:ph type="body" idx="108" hasCustomPrompt="1"/>
          </p:nvPr>
        </p:nvSpPr>
        <p:spPr>
          <a:xfrm>
            <a:off x="1624203" y="43314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1" name="Text 5"/>
          <p:cNvSpPr>
            <a:spLocks noGrp="1"/>
          </p:cNvSpPr>
          <p:nvPr>
            <p:ph type="body" idx="109" hasCustomPrompt="1"/>
          </p:nvPr>
        </p:nvSpPr>
        <p:spPr>
          <a:xfrm>
            <a:off x="1624203" y="4788635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12" name="Text 5"/>
          <p:cNvSpPr/>
          <p:nvPr/>
        </p:nvSpPr>
        <p:spPr>
          <a:xfrm>
            <a:off x="3781196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3" name="Shape 6"/>
          <p:cNvSpPr/>
          <p:nvPr/>
        </p:nvSpPr>
        <p:spPr>
          <a:xfrm>
            <a:off x="3918356" y="299793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7"/>
          <p:cNvSpPr>
            <a:spLocks noGrp="1"/>
          </p:cNvSpPr>
          <p:nvPr>
            <p:ph type="body" idx="112" hasCustomPrompt="1"/>
          </p:nvPr>
        </p:nvSpPr>
        <p:spPr>
          <a:xfrm>
            <a:off x="3003956" y="163395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5" name="Text 7"/>
          <p:cNvSpPr>
            <a:spLocks noGrp="1"/>
          </p:cNvSpPr>
          <p:nvPr>
            <p:ph type="body" idx="113" hasCustomPrompt="1"/>
          </p:nvPr>
        </p:nvSpPr>
        <p:spPr>
          <a:xfrm>
            <a:off x="3003956" y="2091155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16" name="Text 7"/>
          <p:cNvSpPr/>
          <p:nvPr/>
        </p:nvSpPr>
        <p:spPr>
          <a:xfrm>
            <a:off x="5185181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8" name="Text 9"/>
          <p:cNvSpPr>
            <a:spLocks noGrp="1"/>
          </p:cNvSpPr>
          <p:nvPr>
            <p:ph type="body" idx="116" hasCustomPrompt="1"/>
          </p:nvPr>
        </p:nvSpPr>
        <p:spPr>
          <a:xfrm>
            <a:off x="4407941" y="43314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19" name="Text 9"/>
          <p:cNvSpPr>
            <a:spLocks noGrp="1"/>
          </p:cNvSpPr>
          <p:nvPr>
            <p:ph type="body" idx="117" hasCustomPrompt="1"/>
          </p:nvPr>
        </p:nvSpPr>
        <p:spPr>
          <a:xfrm>
            <a:off x="4407941" y="4788635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0" name="Text 9"/>
          <p:cNvSpPr/>
          <p:nvPr/>
        </p:nvSpPr>
        <p:spPr>
          <a:xfrm>
            <a:off x="6593436" y="345513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1" name="Shape 10"/>
          <p:cNvSpPr/>
          <p:nvPr/>
        </p:nvSpPr>
        <p:spPr>
          <a:xfrm>
            <a:off x="6730596" y="3043655"/>
            <a:ext cx="0" cy="32004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11"/>
          <p:cNvSpPr>
            <a:spLocks noGrp="1"/>
          </p:cNvSpPr>
          <p:nvPr>
            <p:ph type="body" idx="120" hasCustomPrompt="1"/>
          </p:nvPr>
        </p:nvSpPr>
        <p:spPr>
          <a:xfrm>
            <a:off x="5816196" y="16263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23" name="Text 11"/>
          <p:cNvSpPr>
            <a:spLocks noGrp="1"/>
          </p:cNvSpPr>
          <p:nvPr>
            <p:ph type="body" idx="121" hasCustomPrompt="1"/>
          </p:nvPr>
        </p:nvSpPr>
        <p:spPr>
          <a:xfrm>
            <a:off x="5816196" y="2083535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4" name="Text 11"/>
          <p:cNvSpPr/>
          <p:nvPr/>
        </p:nvSpPr>
        <p:spPr>
          <a:xfrm>
            <a:off x="8039403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26" name="Text 13"/>
          <p:cNvSpPr>
            <a:spLocks noGrp="1"/>
          </p:cNvSpPr>
          <p:nvPr>
            <p:ph type="body" idx="124" hasCustomPrompt="1"/>
          </p:nvPr>
        </p:nvSpPr>
        <p:spPr>
          <a:xfrm>
            <a:off x="7262163" y="43314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27" name="Text 13"/>
          <p:cNvSpPr>
            <a:spLocks noGrp="1"/>
          </p:cNvSpPr>
          <p:nvPr>
            <p:ph type="body" idx="125" hasCustomPrompt="1"/>
          </p:nvPr>
        </p:nvSpPr>
        <p:spPr>
          <a:xfrm>
            <a:off x="7262163" y="4788635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28" name="Text 0">
            <a:extLst>
              <a:ext uri="{FF2B5EF4-FFF2-40B4-BE49-F238E27FC236}">
                <a16:creationId xmlns:a16="http://schemas.microsoft.com/office/drawing/2014/main" id="{6C145AEB-80F9-C4F5-AC29-9A3D5424324F}"/>
              </a:ext>
            </a:extLst>
          </p:cNvPr>
          <p:cNvSpPr/>
          <p:nvPr userDrawn="1"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DB1EA73A-2FBB-C218-2234-3A2572BA00BE}"/>
              </a:ext>
            </a:extLst>
          </p:cNvPr>
          <p:cNvSpPr/>
          <p:nvPr userDrawn="1"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30" name="Slide Number Placeholder 0">
            <a:extLst>
              <a:ext uri="{FF2B5EF4-FFF2-40B4-BE49-F238E27FC236}">
                <a16:creationId xmlns:a16="http://schemas.microsoft.com/office/drawing/2014/main" id="{36441B54-8151-9984-85CB-7CBD43F5E8C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31" name="Text 11">
            <a:extLst>
              <a:ext uri="{FF2B5EF4-FFF2-40B4-BE49-F238E27FC236}">
                <a16:creationId xmlns:a16="http://schemas.microsoft.com/office/drawing/2014/main" id="{F7C8EAE9-AA58-794B-3B4E-AD62006182BC}"/>
              </a:ext>
            </a:extLst>
          </p:cNvPr>
          <p:cNvSpPr/>
          <p:nvPr userDrawn="1"/>
        </p:nvSpPr>
        <p:spPr>
          <a:xfrm>
            <a:off x="10785428" y="346275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0F183A90-FBC6-A7E3-A884-FBCDD62B8AA6}"/>
              </a:ext>
            </a:extLst>
          </p:cNvPr>
          <p:cNvSpPr>
            <a:spLocks noGrp="1"/>
          </p:cNvSpPr>
          <p:nvPr>
            <p:ph type="body" idx="126" hasCustomPrompt="1"/>
          </p:nvPr>
        </p:nvSpPr>
        <p:spPr>
          <a:xfrm>
            <a:off x="10008188" y="43314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34" name="Text 13">
            <a:extLst>
              <a:ext uri="{FF2B5EF4-FFF2-40B4-BE49-F238E27FC236}">
                <a16:creationId xmlns:a16="http://schemas.microsoft.com/office/drawing/2014/main" id="{587F3CC3-443E-A70E-7913-31FD6FD5FED7}"/>
              </a:ext>
            </a:extLst>
          </p:cNvPr>
          <p:cNvSpPr>
            <a:spLocks noGrp="1"/>
          </p:cNvSpPr>
          <p:nvPr>
            <p:ph type="body" idx="127" hasCustomPrompt="1"/>
          </p:nvPr>
        </p:nvSpPr>
        <p:spPr>
          <a:xfrm>
            <a:off x="10008188" y="4788635"/>
            <a:ext cx="18288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DBFFE082-7A6E-8FC7-A274-DB00774C08EC}"/>
              </a:ext>
            </a:extLst>
          </p:cNvPr>
          <p:cNvSpPr/>
          <p:nvPr userDrawn="1"/>
        </p:nvSpPr>
        <p:spPr>
          <a:xfrm>
            <a:off x="9445753" y="3455135"/>
            <a:ext cx="274320" cy="274320"/>
          </a:xfrm>
          <a:prstGeom prst="ellipse">
            <a:avLst/>
          </a:prstGeom>
          <a:solidFill>
            <a:schemeClr val="bg1"/>
          </a:solidFill>
          <a:ln w="50800"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96443B85-99C2-F8AC-B1DE-8EEC8996FE88}"/>
              </a:ext>
            </a:extLst>
          </p:cNvPr>
          <p:cNvSpPr>
            <a:spLocks noGrp="1"/>
          </p:cNvSpPr>
          <p:nvPr>
            <p:ph type="body" idx="128" hasCustomPrompt="1"/>
          </p:nvPr>
        </p:nvSpPr>
        <p:spPr>
          <a:xfrm>
            <a:off x="8668513" y="1626335"/>
            <a:ext cx="1828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0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2000">
                <a:solidFill>
                  <a:schemeClr val="accent1"/>
                </a:solidFill>
              </a:rPr>
              <a:t>Date</a:t>
            </a:r>
            <a:endParaRPr lang="en-US" sz="2000"/>
          </a:p>
        </p:txBody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51E7BEDC-CD8C-F1D8-A655-4CC2378692FC}"/>
              </a:ext>
            </a:extLst>
          </p:cNvPr>
          <p:cNvSpPr>
            <a:spLocks noGrp="1"/>
          </p:cNvSpPr>
          <p:nvPr>
            <p:ph type="body" idx="129" hasCustomPrompt="1"/>
          </p:nvPr>
        </p:nvSpPr>
        <p:spPr>
          <a:xfrm>
            <a:off x="8668513" y="2083535"/>
            <a:ext cx="1828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tx1"/>
                </a:solidFill>
              </a:rPr>
              <a:t>Milestone</a:t>
            </a:r>
            <a:endParaRPr lang="en-US" sz="120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6EB63D7-450E-ABAF-808B-14ED913BF9E1}"/>
              </a:ext>
            </a:extLst>
          </p:cNvPr>
          <p:cNvSpPr/>
          <p:nvPr userDrawn="1"/>
        </p:nvSpPr>
        <p:spPr>
          <a:xfrm>
            <a:off x="244450" y="1626335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8043DE6-BD67-461C-5757-8F1BDA5EBBEC}"/>
              </a:ext>
            </a:extLst>
          </p:cNvPr>
          <p:cNvSpPr/>
          <p:nvPr userDrawn="1"/>
        </p:nvSpPr>
        <p:spPr>
          <a:xfrm>
            <a:off x="1621001" y="4327624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F215E94-B5C6-C95B-22BA-95DA44279A85}"/>
              </a:ext>
            </a:extLst>
          </p:cNvPr>
          <p:cNvSpPr/>
          <p:nvPr userDrawn="1"/>
        </p:nvSpPr>
        <p:spPr>
          <a:xfrm>
            <a:off x="3003958" y="1626335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B809560-62C7-CB82-91AF-6D01759A8397}"/>
              </a:ext>
            </a:extLst>
          </p:cNvPr>
          <p:cNvSpPr/>
          <p:nvPr userDrawn="1"/>
        </p:nvSpPr>
        <p:spPr>
          <a:xfrm>
            <a:off x="5816196" y="1633955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8A11B69-ADE0-ACDC-22E1-A0D62DF20740}"/>
              </a:ext>
            </a:extLst>
          </p:cNvPr>
          <p:cNvSpPr/>
          <p:nvPr userDrawn="1"/>
        </p:nvSpPr>
        <p:spPr>
          <a:xfrm>
            <a:off x="4407943" y="4335244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4C3A7D-2FB0-750D-DE71-AC2C7854F0EB}"/>
              </a:ext>
            </a:extLst>
          </p:cNvPr>
          <p:cNvSpPr/>
          <p:nvPr userDrawn="1"/>
        </p:nvSpPr>
        <p:spPr>
          <a:xfrm>
            <a:off x="8668515" y="1633954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EAE6FF4E-0758-6545-01CC-246B45774271}"/>
              </a:ext>
            </a:extLst>
          </p:cNvPr>
          <p:cNvSpPr/>
          <p:nvPr userDrawn="1"/>
        </p:nvSpPr>
        <p:spPr>
          <a:xfrm>
            <a:off x="7262163" y="4327624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F4361F2-D402-62D0-6A14-3CCA9F75295E}"/>
              </a:ext>
            </a:extLst>
          </p:cNvPr>
          <p:cNvSpPr/>
          <p:nvPr userDrawn="1"/>
        </p:nvSpPr>
        <p:spPr>
          <a:xfrm>
            <a:off x="10008190" y="4323816"/>
            <a:ext cx="1828798" cy="137921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57" name="Shape 4">
            <a:extLst>
              <a:ext uri="{FF2B5EF4-FFF2-40B4-BE49-F238E27FC236}">
                <a16:creationId xmlns:a16="http://schemas.microsoft.com/office/drawing/2014/main" id="{0761FDCC-A409-3FA7-A595-028638461D6D}"/>
              </a:ext>
            </a:extLst>
          </p:cNvPr>
          <p:cNvSpPr/>
          <p:nvPr userDrawn="1"/>
        </p:nvSpPr>
        <p:spPr>
          <a:xfrm>
            <a:off x="5324665" y="3737075"/>
            <a:ext cx="0" cy="586741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9" name="Shape 4">
            <a:extLst>
              <a:ext uri="{FF2B5EF4-FFF2-40B4-BE49-F238E27FC236}">
                <a16:creationId xmlns:a16="http://schemas.microsoft.com/office/drawing/2014/main" id="{021CF9D6-942A-8F52-C450-7D71DD43C969}"/>
              </a:ext>
            </a:extLst>
          </p:cNvPr>
          <p:cNvSpPr/>
          <p:nvPr userDrawn="1"/>
        </p:nvSpPr>
        <p:spPr>
          <a:xfrm>
            <a:off x="6730596" y="3007461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1" name="Shape 4">
            <a:extLst>
              <a:ext uri="{FF2B5EF4-FFF2-40B4-BE49-F238E27FC236}">
                <a16:creationId xmlns:a16="http://schemas.microsoft.com/office/drawing/2014/main" id="{A0E3CCAA-E777-4A82-D867-2989DCFA4AEA}"/>
              </a:ext>
            </a:extLst>
          </p:cNvPr>
          <p:cNvSpPr/>
          <p:nvPr userDrawn="1"/>
        </p:nvSpPr>
        <p:spPr>
          <a:xfrm>
            <a:off x="8174228" y="3725651"/>
            <a:ext cx="0" cy="598166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3" name="Shape 4">
            <a:extLst>
              <a:ext uri="{FF2B5EF4-FFF2-40B4-BE49-F238E27FC236}">
                <a16:creationId xmlns:a16="http://schemas.microsoft.com/office/drawing/2014/main" id="{C9D7D9B0-6E1B-2125-B095-1FF776C26C65}"/>
              </a:ext>
            </a:extLst>
          </p:cNvPr>
          <p:cNvSpPr/>
          <p:nvPr userDrawn="1"/>
        </p:nvSpPr>
        <p:spPr>
          <a:xfrm flipH="1">
            <a:off x="9579482" y="3010636"/>
            <a:ext cx="1" cy="441962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5" name="Shape 4">
            <a:extLst>
              <a:ext uri="{FF2B5EF4-FFF2-40B4-BE49-F238E27FC236}">
                <a16:creationId xmlns:a16="http://schemas.microsoft.com/office/drawing/2014/main" id="{A18D80F2-C2C9-6A9C-FC04-916CCFACDB1A}"/>
              </a:ext>
            </a:extLst>
          </p:cNvPr>
          <p:cNvSpPr/>
          <p:nvPr userDrawn="1"/>
        </p:nvSpPr>
        <p:spPr>
          <a:xfrm>
            <a:off x="10921191" y="3718031"/>
            <a:ext cx="0" cy="605785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550624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+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463040"/>
            <a:ext cx="11091672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Click to add text</a:t>
            </a:r>
            <a:endParaRPr lang="en-US" sz="180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5" name="Text 1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53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on Lis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20040"/>
            <a:ext cx="530352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>
                <a:solidFill>
                  <a:schemeClr val="tx1"/>
                </a:solidFill>
              </a:rPr>
              <a:t>Click to add title</a:t>
            </a:r>
            <a:endParaRPr lang="en-US" sz="320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685800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1554480" y="1417320"/>
            <a:ext cx="42976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Heading</a:t>
            </a:r>
            <a:endParaRPr lang="en-US" sz="18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1554480" y="1828800"/>
            <a:ext cx="4297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Short description</a:t>
            </a:r>
            <a:endParaRPr lang="en-US" sz="1200"/>
          </a:p>
        </p:txBody>
      </p:sp>
      <p:sp>
        <p:nvSpPr>
          <p:cNvPr id="6" name="Text 0"/>
          <p:cNvSpPr>
            <a:spLocks noGrp="1"/>
          </p:cNvSpPr>
          <p:nvPr>
            <p:ph idx="104" hasCustomPrompt="1"/>
          </p:nvPr>
        </p:nvSpPr>
        <p:spPr>
          <a:xfrm>
            <a:off x="685800" y="260604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1554480" y="2560320"/>
            <a:ext cx="42976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Heading</a:t>
            </a:r>
            <a:endParaRPr lang="en-US" sz="180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1554480" y="2971800"/>
            <a:ext cx="4297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Short description</a:t>
            </a:r>
            <a:endParaRPr lang="en-US" sz="1200"/>
          </a:p>
        </p:txBody>
      </p:sp>
      <p:sp>
        <p:nvSpPr>
          <p:cNvPr id="9" name="Text 0"/>
          <p:cNvSpPr>
            <a:spLocks noGrp="1"/>
          </p:cNvSpPr>
          <p:nvPr>
            <p:ph idx="107" hasCustomPrompt="1"/>
          </p:nvPr>
        </p:nvSpPr>
        <p:spPr>
          <a:xfrm>
            <a:off x="685800" y="374904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10" name="Text 0"/>
          <p:cNvSpPr>
            <a:spLocks noGrp="1"/>
          </p:cNvSpPr>
          <p:nvPr>
            <p:ph type="body" idx="108" hasCustomPrompt="1"/>
          </p:nvPr>
        </p:nvSpPr>
        <p:spPr>
          <a:xfrm>
            <a:off x="1554480" y="3703320"/>
            <a:ext cx="42976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Heading</a:t>
            </a:r>
            <a:endParaRPr lang="en-US" sz="1800"/>
          </a:p>
        </p:txBody>
      </p:sp>
      <p:sp>
        <p:nvSpPr>
          <p:cNvPr id="11" name="Text 0"/>
          <p:cNvSpPr>
            <a:spLocks noGrp="1"/>
          </p:cNvSpPr>
          <p:nvPr>
            <p:ph type="body" idx="109" hasCustomPrompt="1"/>
          </p:nvPr>
        </p:nvSpPr>
        <p:spPr>
          <a:xfrm>
            <a:off x="1554480" y="4114800"/>
            <a:ext cx="4297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Short description</a:t>
            </a:r>
            <a:endParaRPr lang="en-US" sz="1200"/>
          </a:p>
        </p:txBody>
      </p:sp>
      <p:sp>
        <p:nvSpPr>
          <p:cNvPr id="12" name="Text 0"/>
          <p:cNvSpPr>
            <a:spLocks noGrp="1"/>
          </p:cNvSpPr>
          <p:nvPr>
            <p:ph idx="110" hasCustomPrompt="1"/>
          </p:nvPr>
        </p:nvSpPr>
        <p:spPr>
          <a:xfrm>
            <a:off x="685800" y="4892040"/>
            <a:ext cx="6400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13" name="Text 0"/>
          <p:cNvSpPr>
            <a:spLocks noGrp="1"/>
          </p:cNvSpPr>
          <p:nvPr>
            <p:ph type="body" idx="111" hasCustomPrompt="1"/>
          </p:nvPr>
        </p:nvSpPr>
        <p:spPr>
          <a:xfrm>
            <a:off x="1554480" y="4846320"/>
            <a:ext cx="429768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800">
                <a:solidFill>
                  <a:schemeClr val="tx1"/>
                </a:solidFill>
              </a:rPr>
              <a:t>Heading</a:t>
            </a:r>
            <a:endParaRPr lang="en-US" sz="1800"/>
          </a:p>
        </p:txBody>
      </p:sp>
      <p:sp>
        <p:nvSpPr>
          <p:cNvPr id="14" name="Text 0"/>
          <p:cNvSpPr>
            <a:spLocks noGrp="1"/>
          </p:cNvSpPr>
          <p:nvPr>
            <p:ph type="body" idx="112" hasCustomPrompt="1"/>
          </p:nvPr>
        </p:nvSpPr>
        <p:spPr>
          <a:xfrm>
            <a:off x="1554480" y="5257800"/>
            <a:ext cx="429768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200">
                <a:solidFill>
                  <a:schemeClr val="tx1"/>
                </a:solidFill>
              </a:rPr>
              <a:t>Short description</a:t>
            </a:r>
            <a:endParaRPr lang="en-US" sz="1200"/>
          </a:p>
        </p:txBody>
      </p:sp>
      <p:sp>
        <p:nvSpPr>
          <p:cNvPr id="15" name="Text 0"/>
          <p:cNvSpPr>
            <a:spLocks noGrp="1"/>
          </p:cNvSpPr>
          <p:nvPr>
            <p:ph idx="113" hasCustomPrompt="1"/>
          </p:nvPr>
        </p:nvSpPr>
        <p:spPr>
          <a:xfrm>
            <a:off x="6095848" y="0"/>
            <a:ext cx="6095848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Drag a picture here</a:t>
            </a:r>
            <a:endParaRPr lang="en-US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DB8AB977-5EEA-3FF9-8E5B-526CDA22411A}"/>
              </a:ext>
            </a:extLst>
          </p:cNvPr>
          <p:cNvSpPr/>
          <p:nvPr userDrawn="1"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507857D8-CABF-811E-E4CB-9C5847C6FEC2}"/>
              </a:ext>
            </a:extLst>
          </p:cNvPr>
          <p:cNvSpPr/>
          <p:nvPr userDrawn="1"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2" name="Slide Number Placeholder 0">
            <a:extLst>
              <a:ext uri="{FF2B5EF4-FFF2-40B4-BE49-F238E27FC236}">
                <a16:creationId xmlns:a16="http://schemas.microsoft.com/office/drawing/2014/main" id="{3B801C6F-8915-AF8D-BAD9-2EAE15D72B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16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880216" y="1280160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548343" y="1791824"/>
            <a:ext cx="2468880" cy="52976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343" y="1384178"/>
            <a:ext cx="2468880" cy="39182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8" name="Shape 2"/>
          <p:cNvSpPr/>
          <p:nvPr/>
        </p:nvSpPr>
        <p:spPr>
          <a:xfrm>
            <a:off x="1371303" y="2543652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3" name="Text 8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4" name="Text 9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38" name="Shape 2">
            <a:extLst>
              <a:ext uri="{FF2B5EF4-FFF2-40B4-BE49-F238E27FC236}">
                <a16:creationId xmlns:a16="http://schemas.microsoft.com/office/drawing/2014/main" id="{EB29707A-B4E8-8F13-92C3-5E2C7F512BA2}"/>
              </a:ext>
            </a:extLst>
          </p:cNvPr>
          <p:cNvSpPr/>
          <p:nvPr userDrawn="1"/>
        </p:nvSpPr>
        <p:spPr>
          <a:xfrm>
            <a:off x="1371303" y="3801808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1" name="Shape 2">
            <a:extLst>
              <a:ext uri="{FF2B5EF4-FFF2-40B4-BE49-F238E27FC236}">
                <a16:creationId xmlns:a16="http://schemas.microsoft.com/office/drawing/2014/main" id="{639CA72B-DCF5-4017-9F4A-AEBA20DF3281}"/>
              </a:ext>
            </a:extLst>
          </p:cNvPr>
          <p:cNvSpPr/>
          <p:nvPr userDrawn="1"/>
        </p:nvSpPr>
        <p:spPr>
          <a:xfrm>
            <a:off x="1371303" y="504845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4" name="Shape 2">
            <a:extLst>
              <a:ext uri="{FF2B5EF4-FFF2-40B4-BE49-F238E27FC236}">
                <a16:creationId xmlns:a16="http://schemas.microsoft.com/office/drawing/2014/main" id="{0B05283C-F9C3-B2E2-4BF7-DC9936D245FE}"/>
              </a:ext>
            </a:extLst>
          </p:cNvPr>
          <p:cNvSpPr/>
          <p:nvPr userDrawn="1"/>
        </p:nvSpPr>
        <p:spPr>
          <a:xfrm>
            <a:off x="1371303" y="6300622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6" name="Text 2">
            <a:extLst>
              <a:ext uri="{FF2B5EF4-FFF2-40B4-BE49-F238E27FC236}">
                <a16:creationId xmlns:a16="http://schemas.microsoft.com/office/drawing/2014/main" id="{2E5A141B-F471-74FD-9D26-AD8F23E5CB64}"/>
              </a:ext>
            </a:extLst>
          </p:cNvPr>
          <p:cNvSpPr>
            <a:spLocks noGrp="1"/>
          </p:cNvSpPr>
          <p:nvPr>
            <p:ph type="body" idx="110" hasCustomPrompt="1"/>
          </p:nvPr>
        </p:nvSpPr>
        <p:spPr>
          <a:xfrm>
            <a:off x="3070708" y="1344440"/>
            <a:ext cx="2468880" cy="116802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47" name="Text 2">
            <a:extLst>
              <a:ext uri="{FF2B5EF4-FFF2-40B4-BE49-F238E27FC236}">
                <a16:creationId xmlns:a16="http://schemas.microsoft.com/office/drawing/2014/main" id="{51E0976F-E828-D705-8066-8FF1E837F7FE}"/>
              </a:ext>
            </a:extLst>
          </p:cNvPr>
          <p:cNvSpPr>
            <a:spLocks noGrp="1"/>
          </p:cNvSpPr>
          <p:nvPr>
            <p:ph type="body" idx="111" hasCustomPrompt="1"/>
          </p:nvPr>
        </p:nvSpPr>
        <p:spPr>
          <a:xfrm>
            <a:off x="3070708" y="2597495"/>
            <a:ext cx="2468880" cy="116802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48" name="Text 2">
            <a:extLst>
              <a:ext uri="{FF2B5EF4-FFF2-40B4-BE49-F238E27FC236}">
                <a16:creationId xmlns:a16="http://schemas.microsoft.com/office/drawing/2014/main" id="{EE2CBEAB-7F19-B960-6632-7454294A3016}"/>
              </a:ext>
            </a:extLst>
          </p:cNvPr>
          <p:cNvSpPr>
            <a:spLocks noGrp="1"/>
          </p:cNvSpPr>
          <p:nvPr>
            <p:ph type="body" idx="112" hasCustomPrompt="1"/>
          </p:nvPr>
        </p:nvSpPr>
        <p:spPr>
          <a:xfrm>
            <a:off x="3070708" y="3849760"/>
            <a:ext cx="2468880" cy="116802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49" name="Text 2">
            <a:extLst>
              <a:ext uri="{FF2B5EF4-FFF2-40B4-BE49-F238E27FC236}">
                <a16:creationId xmlns:a16="http://schemas.microsoft.com/office/drawing/2014/main" id="{4BE0E0B2-9FE3-D233-14F6-0C3F8D580B1F}"/>
              </a:ext>
            </a:extLst>
          </p:cNvPr>
          <p:cNvSpPr>
            <a:spLocks noGrp="1"/>
          </p:cNvSpPr>
          <p:nvPr>
            <p:ph type="body" idx="113" hasCustomPrompt="1"/>
          </p:nvPr>
        </p:nvSpPr>
        <p:spPr>
          <a:xfrm>
            <a:off x="3070708" y="5103336"/>
            <a:ext cx="2468880" cy="1168021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50" name="Text 2">
            <a:extLst>
              <a:ext uri="{FF2B5EF4-FFF2-40B4-BE49-F238E27FC236}">
                <a16:creationId xmlns:a16="http://schemas.microsoft.com/office/drawing/2014/main" id="{A90346D5-2C68-AF93-52D5-C8B0BC2E3A2C}"/>
              </a:ext>
            </a:extLst>
          </p:cNvPr>
          <p:cNvSpPr>
            <a:spLocks noGrp="1"/>
          </p:cNvSpPr>
          <p:nvPr>
            <p:ph type="body" idx="114" hasCustomPrompt="1"/>
          </p:nvPr>
        </p:nvSpPr>
        <p:spPr>
          <a:xfrm>
            <a:off x="5684368" y="1354817"/>
            <a:ext cx="5955944" cy="494579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/>
              <a:t>Graph</a:t>
            </a:r>
          </a:p>
        </p:txBody>
      </p:sp>
      <p:sp>
        <p:nvSpPr>
          <p:cNvPr id="52" name="Shape 0">
            <a:extLst>
              <a:ext uri="{FF2B5EF4-FFF2-40B4-BE49-F238E27FC236}">
                <a16:creationId xmlns:a16="http://schemas.microsoft.com/office/drawing/2014/main" id="{4549588D-D045-76C0-EF8F-B15F1A02D304}"/>
              </a:ext>
            </a:extLst>
          </p:cNvPr>
          <p:cNvSpPr/>
          <p:nvPr userDrawn="1"/>
        </p:nvSpPr>
        <p:spPr>
          <a:xfrm>
            <a:off x="880216" y="2549065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4" name="Shape 0">
            <a:extLst>
              <a:ext uri="{FF2B5EF4-FFF2-40B4-BE49-F238E27FC236}">
                <a16:creationId xmlns:a16="http://schemas.microsoft.com/office/drawing/2014/main" id="{D8684B8E-AFE2-1CD8-987C-6681BA08D11D}"/>
              </a:ext>
            </a:extLst>
          </p:cNvPr>
          <p:cNvSpPr/>
          <p:nvPr userDrawn="1"/>
        </p:nvSpPr>
        <p:spPr>
          <a:xfrm>
            <a:off x="880216" y="3801808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6" name="Shape 0">
            <a:extLst>
              <a:ext uri="{FF2B5EF4-FFF2-40B4-BE49-F238E27FC236}">
                <a16:creationId xmlns:a16="http://schemas.microsoft.com/office/drawing/2014/main" id="{A01DBC8B-A920-643C-71AF-ACBFE811B3E9}"/>
              </a:ext>
            </a:extLst>
          </p:cNvPr>
          <p:cNvSpPr/>
          <p:nvPr userDrawn="1"/>
        </p:nvSpPr>
        <p:spPr>
          <a:xfrm>
            <a:off x="880216" y="5048450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8" name="Shape 0">
            <a:extLst>
              <a:ext uri="{FF2B5EF4-FFF2-40B4-BE49-F238E27FC236}">
                <a16:creationId xmlns:a16="http://schemas.microsoft.com/office/drawing/2014/main" id="{31127B2F-CCA7-CEC1-FA93-E8FAD353ECC2}"/>
              </a:ext>
            </a:extLst>
          </p:cNvPr>
          <p:cNvSpPr/>
          <p:nvPr userDrawn="1"/>
        </p:nvSpPr>
        <p:spPr>
          <a:xfrm>
            <a:off x="880216" y="6300611"/>
            <a:ext cx="1862983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9" name="Text 1">
            <a:extLst>
              <a:ext uri="{FF2B5EF4-FFF2-40B4-BE49-F238E27FC236}">
                <a16:creationId xmlns:a16="http://schemas.microsoft.com/office/drawing/2014/main" id="{F73C28E7-DE9D-B99D-68F7-1ABCA6BAA67D}"/>
              </a:ext>
            </a:extLst>
          </p:cNvPr>
          <p:cNvSpPr>
            <a:spLocks noGrp="1"/>
          </p:cNvSpPr>
          <p:nvPr>
            <p:ph type="body" idx="115" hasCustomPrompt="1"/>
          </p:nvPr>
        </p:nvSpPr>
        <p:spPr>
          <a:xfrm>
            <a:off x="548343" y="3053996"/>
            <a:ext cx="2468880" cy="52976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60" name="Text 1">
            <a:extLst>
              <a:ext uri="{FF2B5EF4-FFF2-40B4-BE49-F238E27FC236}">
                <a16:creationId xmlns:a16="http://schemas.microsoft.com/office/drawing/2014/main" id="{F4D38654-CBA6-655F-3684-9C89FF326FF0}"/>
              </a:ext>
            </a:extLst>
          </p:cNvPr>
          <p:cNvSpPr>
            <a:spLocks noGrp="1"/>
          </p:cNvSpPr>
          <p:nvPr>
            <p:ph type="body" idx="116" hasCustomPrompt="1"/>
          </p:nvPr>
        </p:nvSpPr>
        <p:spPr>
          <a:xfrm>
            <a:off x="548343" y="2646350"/>
            <a:ext cx="2468880" cy="39182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61" name="Text 1">
            <a:extLst>
              <a:ext uri="{FF2B5EF4-FFF2-40B4-BE49-F238E27FC236}">
                <a16:creationId xmlns:a16="http://schemas.microsoft.com/office/drawing/2014/main" id="{DE5867F8-5F9E-60A6-1BA6-8983E36A3B77}"/>
              </a:ext>
            </a:extLst>
          </p:cNvPr>
          <p:cNvSpPr>
            <a:spLocks noGrp="1"/>
          </p:cNvSpPr>
          <p:nvPr>
            <p:ph type="body" idx="117" hasCustomPrompt="1"/>
          </p:nvPr>
        </p:nvSpPr>
        <p:spPr>
          <a:xfrm>
            <a:off x="553192" y="4300637"/>
            <a:ext cx="2468880" cy="52976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62" name="Text 1">
            <a:extLst>
              <a:ext uri="{FF2B5EF4-FFF2-40B4-BE49-F238E27FC236}">
                <a16:creationId xmlns:a16="http://schemas.microsoft.com/office/drawing/2014/main" id="{B00C2B1D-43BF-EB7F-0BE3-FC94A674A571}"/>
              </a:ext>
            </a:extLst>
          </p:cNvPr>
          <p:cNvSpPr>
            <a:spLocks noGrp="1"/>
          </p:cNvSpPr>
          <p:nvPr>
            <p:ph type="body" idx="118" hasCustomPrompt="1"/>
          </p:nvPr>
        </p:nvSpPr>
        <p:spPr>
          <a:xfrm>
            <a:off x="553192" y="3892991"/>
            <a:ext cx="2468880" cy="39182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63" name="Text 1">
            <a:extLst>
              <a:ext uri="{FF2B5EF4-FFF2-40B4-BE49-F238E27FC236}">
                <a16:creationId xmlns:a16="http://schemas.microsoft.com/office/drawing/2014/main" id="{7F17EF19-FBD0-8399-1E04-C61B52973732}"/>
              </a:ext>
            </a:extLst>
          </p:cNvPr>
          <p:cNvSpPr>
            <a:spLocks noGrp="1"/>
          </p:cNvSpPr>
          <p:nvPr>
            <p:ph type="body" idx="119" hasCustomPrompt="1"/>
          </p:nvPr>
        </p:nvSpPr>
        <p:spPr>
          <a:xfrm>
            <a:off x="548343" y="5552797"/>
            <a:ext cx="2468880" cy="529769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64" name="Text 1">
            <a:extLst>
              <a:ext uri="{FF2B5EF4-FFF2-40B4-BE49-F238E27FC236}">
                <a16:creationId xmlns:a16="http://schemas.microsoft.com/office/drawing/2014/main" id="{69DE09AB-819B-879C-72C2-65DD816F5771}"/>
              </a:ext>
            </a:extLst>
          </p:cNvPr>
          <p:cNvSpPr>
            <a:spLocks noGrp="1"/>
          </p:cNvSpPr>
          <p:nvPr>
            <p:ph type="body" idx="120" hasCustomPrompt="1"/>
          </p:nvPr>
        </p:nvSpPr>
        <p:spPr>
          <a:xfrm>
            <a:off x="548343" y="5145151"/>
            <a:ext cx="2468880" cy="39182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314315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Shape 0"/>
          <p:cNvSpPr/>
          <p:nvPr/>
        </p:nvSpPr>
        <p:spPr>
          <a:xfrm>
            <a:off x="1432408" y="233172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09448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60944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6" name="Shape 1"/>
          <p:cNvSpPr/>
          <p:nvPr/>
        </p:nvSpPr>
        <p:spPr>
          <a:xfrm>
            <a:off x="1432408" y="42062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2"/>
          <p:cNvSpPr>
            <a:spLocks noGrp="1"/>
          </p:cNvSpPr>
          <p:nvPr>
            <p:ph type="body" idx="105" hasCustomPrompt="1"/>
          </p:nvPr>
        </p:nvSpPr>
        <p:spPr>
          <a:xfrm>
            <a:off x="609448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8" name="Shape 2"/>
          <p:cNvSpPr/>
          <p:nvPr/>
        </p:nvSpPr>
        <p:spPr>
          <a:xfrm>
            <a:off x="4267048" y="233172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3"/>
          <p:cNvSpPr>
            <a:spLocks noGrp="1"/>
          </p:cNvSpPr>
          <p:nvPr>
            <p:ph type="body" idx="107" hasCustomPrompt="1"/>
          </p:nvPr>
        </p:nvSpPr>
        <p:spPr>
          <a:xfrm>
            <a:off x="3444088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10" name="Text 3"/>
          <p:cNvSpPr>
            <a:spLocks noGrp="1"/>
          </p:cNvSpPr>
          <p:nvPr>
            <p:ph type="body" idx="108" hasCustomPrompt="1"/>
          </p:nvPr>
        </p:nvSpPr>
        <p:spPr>
          <a:xfrm>
            <a:off x="344408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11" name="Shape 3"/>
          <p:cNvSpPr/>
          <p:nvPr/>
        </p:nvSpPr>
        <p:spPr>
          <a:xfrm>
            <a:off x="4267048" y="42062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4"/>
          <p:cNvSpPr>
            <a:spLocks noGrp="1"/>
          </p:cNvSpPr>
          <p:nvPr>
            <p:ph type="body" idx="110" hasCustomPrompt="1"/>
          </p:nvPr>
        </p:nvSpPr>
        <p:spPr>
          <a:xfrm>
            <a:off x="3444088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13" name="Shape 4"/>
          <p:cNvSpPr/>
          <p:nvPr/>
        </p:nvSpPr>
        <p:spPr>
          <a:xfrm>
            <a:off x="7101688" y="233172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5"/>
          <p:cNvSpPr>
            <a:spLocks noGrp="1"/>
          </p:cNvSpPr>
          <p:nvPr>
            <p:ph type="body" idx="112" hasCustomPrompt="1"/>
          </p:nvPr>
        </p:nvSpPr>
        <p:spPr>
          <a:xfrm>
            <a:off x="6278728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15" name="Text 5"/>
          <p:cNvSpPr>
            <a:spLocks noGrp="1"/>
          </p:cNvSpPr>
          <p:nvPr>
            <p:ph type="body" idx="113" hasCustomPrompt="1"/>
          </p:nvPr>
        </p:nvSpPr>
        <p:spPr>
          <a:xfrm>
            <a:off x="627872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16" name="Shape 5"/>
          <p:cNvSpPr/>
          <p:nvPr/>
        </p:nvSpPr>
        <p:spPr>
          <a:xfrm>
            <a:off x="7101688" y="42062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6"/>
          <p:cNvSpPr>
            <a:spLocks noGrp="1"/>
          </p:cNvSpPr>
          <p:nvPr>
            <p:ph type="body" idx="115" hasCustomPrompt="1"/>
          </p:nvPr>
        </p:nvSpPr>
        <p:spPr>
          <a:xfrm>
            <a:off x="6278728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18" name="Shape 6"/>
          <p:cNvSpPr/>
          <p:nvPr/>
        </p:nvSpPr>
        <p:spPr>
          <a:xfrm>
            <a:off x="9936328" y="233172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9" name="Text 7"/>
          <p:cNvSpPr>
            <a:spLocks noGrp="1"/>
          </p:cNvSpPr>
          <p:nvPr>
            <p:ph type="body" idx="117" hasCustomPrompt="1"/>
          </p:nvPr>
        </p:nvSpPr>
        <p:spPr>
          <a:xfrm>
            <a:off x="9113368" y="2468880"/>
            <a:ext cx="246888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60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6000">
                <a:solidFill>
                  <a:schemeClr val="tx1"/>
                </a:solidFill>
              </a:rPr>
              <a:t>00</a:t>
            </a:r>
            <a:endParaRPr lang="en-US" sz="6000"/>
          </a:p>
        </p:txBody>
      </p:sp>
      <p:sp>
        <p:nvSpPr>
          <p:cNvPr id="20" name="Text 7"/>
          <p:cNvSpPr>
            <a:spLocks noGrp="1"/>
          </p:cNvSpPr>
          <p:nvPr>
            <p:ph type="body" idx="118" hasCustomPrompt="1"/>
          </p:nvPr>
        </p:nvSpPr>
        <p:spPr>
          <a:xfrm>
            <a:off x="9113368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800">
                <a:solidFill>
                  <a:schemeClr val="accent1"/>
                </a:solidFill>
              </a:rPr>
              <a:t>Label</a:t>
            </a:r>
            <a:endParaRPr lang="en-US" sz="1800"/>
          </a:p>
        </p:txBody>
      </p:sp>
      <p:sp>
        <p:nvSpPr>
          <p:cNvPr id="21" name="Shape 7"/>
          <p:cNvSpPr/>
          <p:nvPr/>
        </p:nvSpPr>
        <p:spPr>
          <a:xfrm>
            <a:off x="9936328" y="4206240"/>
            <a:ext cx="82296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2" name="Text 8"/>
          <p:cNvSpPr>
            <a:spLocks noGrp="1"/>
          </p:cNvSpPr>
          <p:nvPr>
            <p:ph type="body" idx="120" hasCustomPrompt="1"/>
          </p:nvPr>
        </p:nvSpPr>
        <p:spPr>
          <a:xfrm>
            <a:off x="9113368" y="4389120"/>
            <a:ext cx="24688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200" dirty="0">
                <a:solidFill>
                  <a:schemeClr val="accent2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200">
                <a:solidFill>
                  <a:schemeClr val="accent2"/>
                </a:solidFill>
              </a:rPr>
              <a:t>Optional detail</a:t>
            </a:r>
            <a:endParaRPr lang="en-US" sz="1200"/>
          </a:p>
        </p:txBody>
      </p:sp>
      <p:sp>
        <p:nvSpPr>
          <p:cNvPr id="23" name="Text 8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24" name="Text 9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574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548640" y="1463040"/>
            <a:ext cx="5303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Left heading</a:t>
            </a:r>
            <a:endParaRPr lang="en-US" sz="2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2057400"/>
            <a:ext cx="5303520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</a:rPr>
              <a:t>Left content</a:t>
            </a:r>
            <a:endParaRPr lang="en-US" sz="1600"/>
          </a:p>
        </p:txBody>
      </p:sp>
      <p:sp>
        <p:nvSpPr>
          <p:cNvPr id="5" name="Shape 0"/>
          <p:cNvSpPr/>
          <p:nvPr/>
        </p:nvSpPr>
        <p:spPr>
          <a:xfrm>
            <a:off x="6095848" y="1554480"/>
            <a:ext cx="0" cy="4480560"/>
          </a:xfrm>
          <a:prstGeom prst="line">
            <a:avLst/>
          </a:prstGeom>
          <a:noFill/>
          <a:ln w="12700">
            <a:solidFill>
              <a:schemeClr val="accent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6336792" y="1463040"/>
            <a:ext cx="5303520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Right heading</a:t>
            </a:r>
            <a:endParaRPr lang="en-US" sz="2200"/>
          </a:p>
        </p:txBody>
      </p:sp>
      <p:sp>
        <p:nvSpPr>
          <p:cNvPr id="7" name="Text 1"/>
          <p:cNvSpPr>
            <a:spLocks noGrp="1"/>
          </p:cNvSpPr>
          <p:nvPr>
            <p:ph type="body" idx="105" hasCustomPrompt="1"/>
          </p:nvPr>
        </p:nvSpPr>
        <p:spPr>
          <a:xfrm>
            <a:off x="6336792" y="2057400"/>
            <a:ext cx="5303520" cy="4069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600">
                <a:solidFill>
                  <a:schemeClr val="tx1"/>
                </a:solidFill>
              </a:rPr>
              <a:t>Right content</a:t>
            </a:r>
            <a:endParaRPr lang="en-US" sz="1600"/>
          </a:p>
        </p:txBody>
      </p:sp>
      <p:sp>
        <p:nvSpPr>
          <p:cNvPr id="8" name="Text 1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9" name="Text 2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372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+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Text 0"/>
          <p:cNvSpPr>
            <a:spLocks noGrp="1"/>
          </p:cNvSpPr>
          <p:nvPr>
            <p:ph idx="101" hasCustomPrompt="1"/>
          </p:nvPr>
        </p:nvSpPr>
        <p:spPr>
          <a:xfrm>
            <a:off x="548640" y="1463040"/>
            <a:ext cx="7498080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Drag a picture here</a:t>
            </a:r>
            <a:endParaRPr lang="en-US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321040" y="1463040"/>
            <a:ext cx="3319272" cy="4663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Caption</a:t>
            </a:r>
            <a:endParaRPr lang="en-US" sz="140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6" name="Text 1"/>
          <p:cNvSpPr/>
          <p:nvPr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31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HB Three Card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411480"/>
            <a:ext cx="99669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000">
                <a:solidFill>
                  <a:schemeClr val="tx1"/>
                </a:solidFill>
              </a:rPr>
              <a:t>Click to add title</a:t>
            </a:r>
            <a:endParaRPr lang="en-US" sz="4000"/>
          </a:p>
        </p:txBody>
      </p:sp>
      <p:sp>
        <p:nvSpPr>
          <p:cNvPr id="3" name="Text 0"/>
          <p:cNvSpPr/>
          <p:nvPr/>
        </p:nvSpPr>
        <p:spPr>
          <a:xfrm>
            <a:off x="563728" y="155448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Text 1"/>
          <p:cNvSpPr>
            <a:spLocks noGrp="1"/>
          </p:cNvSpPr>
          <p:nvPr>
            <p:ph idx="102" hasCustomPrompt="1"/>
          </p:nvPr>
        </p:nvSpPr>
        <p:spPr>
          <a:xfrm>
            <a:off x="883768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838048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Heading</a:t>
            </a:r>
            <a:endParaRPr lang="en-US" sz="2200"/>
          </a:p>
        </p:txBody>
      </p:sp>
      <p:sp>
        <p:nvSpPr>
          <p:cNvPr id="6" name="Text 1"/>
          <p:cNvSpPr>
            <a:spLocks noGrp="1"/>
          </p:cNvSpPr>
          <p:nvPr>
            <p:ph type="body" idx="104" hasCustomPrompt="1"/>
          </p:nvPr>
        </p:nvSpPr>
        <p:spPr>
          <a:xfrm>
            <a:off x="838048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Card content</a:t>
            </a:r>
            <a:endParaRPr lang="en-US" sz="1400"/>
          </a:p>
        </p:txBody>
      </p:sp>
      <p:sp>
        <p:nvSpPr>
          <p:cNvPr id="7" name="Text 1"/>
          <p:cNvSpPr/>
          <p:nvPr/>
        </p:nvSpPr>
        <p:spPr>
          <a:xfrm>
            <a:off x="4404208" y="155448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8" name="Text 2"/>
          <p:cNvSpPr>
            <a:spLocks noGrp="1"/>
          </p:cNvSpPr>
          <p:nvPr>
            <p:ph idx="106" hasCustomPrompt="1"/>
          </p:nvPr>
        </p:nvSpPr>
        <p:spPr>
          <a:xfrm>
            <a:off x="4724248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9" name="Text 2"/>
          <p:cNvSpPr>
            <a:spLocks noGrp="1"/>
          </p:cNvSpPr>
          <p:nvPr>
            <p:ph type="body" idx="107" hasCustomPrompt="1"/>
          </p:nvPr>
        </p:nvSpPr>
        <p:spPr>
          <a:xfrm>
            <a:off x="4678528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Heading</a:t>
            </a:r>
            <a:endParaRPr lang="en-US" sz="2200"/>
          </a:p>
        </p:txBody>
      </p:sp>
      <p:sp>
        <p:nvSpPr>
          <p:cNvPr id="10" name="Text 2"/>
          <p:cNvSpPr>
            <a:spLocks noGrp="1"/>
          </p:cNvSpPr>
          <p:nvPr>
            <p:ph type="body" idx="108" hasCustomPrompt="1"/>
          </p:nvPr>
        </p:nvSpPr>
        <p:spPr>
          <a:xfrm>
            <a:off x="4678528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Card content</a:t>
            </a:r>
            <a:endParaRPr lang="en-US" sz="1400"/>
          </a:p>
        </p:txBody>
      </p:sp>
      <p:sp>
        <p:nvSpPr>
          <p:cNvPr id="11" name="Text 2"/>
          <p:cNvSpPr/>
          <p:nvPr/>
        </p:nvSpPr>
        <p:spPr>
          <a:xfrm>
            <a:off x="8244688" y="1554480"/>
            <a:ext cx="3383280" cy="448056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/>
          </a:p>
        </p:txBody>
      </p:sp>
      <p:sp>
        <p:nvSpPr>
          <p:cNvPr id="12" name="Text 3"/>
          <p:cNvSpPr>
            <a:spLocks noGrp="1"/>
          </p:cNvSpPr>
          <p:nvPr>
            <p:ph idx="110" hasCustomPrompt="1"/>
          </p:nvPr>
        </p:nvSpPr>
        <p:spPr>
          <a:xfrm>
            <a:off x="8564728" y="1828800"/>
            <a:ext cx="7315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</a:rPr>
              <a:t>Icon</a:t>
            </a:r>
            <a:endParaRPr lang="en-US"/>
          </a:p>
        </p:txBody>
      </p:sp>
      <p:sp>
        <p:nvSpPr>
          <p:cNvPr id="13" name="Text 3"/>
          <p:cNvSpPr>
            <a:spLocks noGrp="1"/>
          </p:cNvSpPr>
          <p:nvPr>
            <p:ph type="body" idx="111" hasCustomPrompt="1"/>
          </p:nvPr>
        </p:nvSpPr>
        <p:spPr>
          <a:xfrm>
            <a:off x="8519008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200" dirty="0">
                <a:solidFill>
                  <a:schemeClr val="tx2"/>
                </a:solidFill>
              </a:defRPr>
            </a:lvl1pPr>
          </a:lstStyle>
          <a:p>
            <a:pPr marL="0" indent="0">
              <a:buNone/>
            </a:pPr>
            <a:r>
              <a:rPr lang="en-US" sz="2200">
                <a:solidFill>
                  <a:schemeClr val="accent1"/>
                </a:solidFill>
              </a:rPr>
              <a:t>Heading</a:t>
            </a:r>
            <a:endParaRPr lang="en-US" sz="2200"/>
          </a:p>
        </p:txBody>
      </p:sp>
      <p:sp>
        <p:nvSpPr>
          <p:cNvPr id="14" name="Text 3"/>
          <p:cNvSpPr>
            <a:spLocks noGrp="1"/>
          </p:cNvSpPr>
          <p:nvPr>
            <p:ph type="body" idx="112" hasCustomPrompt="1"/>
          </p:nvPr>
        </p:nvSpPr>
        <p:spPr>
          <a:xfrm>
            <a:off x="8519008" y="3383280"/>
            <a:ext cx="283464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marL="0" indent="0">
              <a:buNone/>
            </a:pPr>
            <a:r>
              <a:rPr lang="en-US" sz="1400">
                <a:solidFill>
                  <a:schemeClr val="tx1"/>
                </a:solidFill>
              </a:rPr>
              <a:t>Card content</a:t>
            </a:r>
            <a:endParaRPr lang="en-US" sz="1400"/>
          </a:p>
        </p:txBody>
      </p:sp>
      <p:sp>
        <p:nvSpPr>
          <p:cNvPr id="15" name="Text 0">
            <a:extLst>
              <a:ext uri="{FF2B5EF4-FFF2-40B4-BE49-F238E27FC236}">
                <a16:creationId xmlns:a16="http://schemas.microsoft.com/office/drawing/2014/main" id="{67978A8F-F49F-A572-9900-598DB015BA08}"/>
              </a:ext>
            </a:extLst>
          </p:cNvPr>
          <p:cNvSpPr/>
          <p:nvPr userDrawn="1"/>
        </p:nvSpPr>
        <p:spPr>
          <a:xfrm>
            <a:off x="548640" y="6355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chemeClr val="accent2"/>
                </a:solidFill>
              </a:rPr>
              <a:t>Byte Harbor Butchers</a:t>
            </a:r>
            <a:endParaRPr lang="en-US" sz="1000"/>
          </a:p>
        </p:txBody>
      </p:sp>
      <p:sp>
        <p:nvSpPr>
          <p:cNvPr id="16" name="Text 1">
            <a:extLst>
              <a:ext uri="{FF2B5EF4-FFF2-40B4-BE49-F238E27FC236}">
                <a16:creationId xmlns:a16="http://schemas.microsoft.com/office/drawing/2014/main" id="{42F6A671-B033-AB25-891E-BD4090C52A58}"/>
              </a:ext>
            </a:extLst>
          </p:cNvPr>
          <p:cNvSpPr/>
          <p:nvPr userDrawn="1"/>
        </p:nvSpPr>
        <p:spPr>
          <a:xfrm>
            <a:off x="3355848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chemeClr val="accent2"/>
                </a:solidFill>
              </a:rPr>
              <a:t>AI-Enhanced vs Legacy DFIR Tools: IT7510 Capstone Final Panel</a:t>
            </a:r>
            <a:endParaRPr lang="en-US" sz="1000"/>
          </a:p>
        </p:txBody>
      </p:sp>
      <p:sp>
        <p:nvSpPr>
          <p:cNvPr id="17" name="Slide Number Placeholder 0">
            <a:extLst>
              <a:ext uri="{FF2B5EF4-FFF2-40B4-BE49-F238E27FC236}">
                <a16:creationId xmlns:a16="http://schemas.microsoft.com/office/drawing/2014/main" id="{DD812283-161E-1E9E-19A4-FE9CC59C34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0484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1069848" y="1828800"/>
            <a:ext cx="100584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54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5400">
                <a:solidFill>
                  <a:schemeClr val="tx1"/>
                </a:solidFill>
              </a:rPr>
              <a:t>Click to add title</a:t>
            </a:r>
            <a:endParaRPr lang="en-US" sz="5400"/>
          </a:p>
        </p:txBody>
      </p:sp>
      <p:sp>
        <p:nvSpPr>
          <p:cNvPr id="3" name="Shape 0"/>
          <p:cNvSpPr/>
          <p:nvPr/>
        </p:nvSpPr>
        <p:spPr>
          <a:xfrm>
            <a:off x="5684368" y="352044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1069848" y="3657600"/>
            <a:ext cx="100584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1300" b="1" kern="0" spc="200" dirty="0">
                <a:solidFill>
                  <a:schemeClr val="tx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1300" b="1" kern="0" spc="200">
                <a:solidFill>
                  <a:schemeClr val="accent2"/>
                </a:solidFill>
              </a:rPr>
              <a:t>Byte Harbor Butchers</a:t>
            </a:r>
            <a:endParaRPr lang="en-US" sz="1300"/>
          </a:p>
        </p:txBody>
      </p:sp>
      <p:sp>
        <p:nvSpPr>
          <p:cNvPr id="5" name="Shape 1"/>
          <p:cNvSpPr/>
          <p:nvPr/>
        </p:nvSpPr>
        <p:spPr>
          <a:xfrm>
            <a:off x="5684368" y="4617720"/>
            <a:ext cx="822960" cy="0"/>
          </a:xfrm>
          <a:prstGeom prst="line">
            <a:avLst/>
          </a:prstGeom>
          <a:noFill/>
          <a:ln w="25400">
            <a:solidFill>
              <a:schemeClr val="tx2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639088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F2A5D-1ABA-6916-0F69-CB2AE9699E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EBB0E-A44D-8788-4584-964F9D99C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66DC3-834A-E48B-08C1-2AE83B1A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9D478-B138-E31D-C706-38A138DC1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04B8D-CD43-4FC4-1FB1-BB9DCFFB7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7368503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B9A7-09C6-D23C-28C3-1B7751F2A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59F8F-C1E3-388E-6C44-869A509CA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7AF38-6952-6DBE-F82A-6D159A70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A1E23C-F8D6-2CC8-67D4-60B9DEBFA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E4356-87A3-FADD-8E94-3113CA06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1504030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B85412-BE3E-1D6E-AED0-CA24BE91D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95BC2-757A-A9E7-0B1F-CFC5ADE14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EFADB-CFB8-20DB-DD5D-CCA62DA6F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C032D-835D-4721-0C8D-54D4E70D0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D7A17-A774-8B0D-0F7D-7B2BFF3CD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970464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CB853-391A-F05C-D7BD-E43DA5835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88528-A867-3BDC-988B-D22DCFAEB3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7A9228-5D7E-49B5-0261-CD0B50CCA2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C46D07-44E8-348A-46DC-7811394AF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F04DCA-2949-8D29-6E72-010E50EEE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F5B467-DDD4-BF0F-D86F-AF9BC11A6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048751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E0CBC-D34F-11BB-AFCF-2BE7C6815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1A074D-1E28-19C5-72B5-ECA93529B3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B2A4C7-1928-6C14-DE72-29AE8398A1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9BAA84-B279-6475-8C97-5D959C9EA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C082E-44D5-5DAB-D929-FD0ECDCF35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CF6362-0F0D-4D3F-74F5-56A6B32B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34329-3D2E-E6CE-9384-167F5CD23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9250EA-A4B0-4AD1-F524-8F8937EAA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219561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4CAFD-F621-2192-D4EC-F45AF40F6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A830F-B6F1-AC15-6CEA-06C31685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759F3-DAA0-A6B8-B4A4-ABA3571A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2B467-3D1A-F484-6268-1EACA1A0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3286417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E3889E-0011-DFC5-9836-08B215E64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8B3A3-1754-FEF7-4F69-F96FF95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C610D6-5EEE-0AF8-C3D5-2067293F4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25490922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8094F-38B7-70E1-250E-DB00D78F6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DA82A-3595-3796-A619-FF01DB4C12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DD3E15-5BBE-0426-CF0C-6729462C4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22EE4C-C433-C188-6F36-19FF7B80E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B5F01B-2D64-D408-FC01-231EAE033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1223B0-2CB8-EF18-C9DE-C981789D5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20955971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46F2C-966E-1152-32D7-773A9D458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66B543-B148-794D-BA1F-EBE35445698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026DE-CEF2-DE37-47A2-AB1F643CE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C8F60-FB95-BD04-02C1-D9EB67802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A71EB-26ED-4C8D-C1CE-4C5E57BF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FB1C5-5989-36B1-A2F8-609E44FBA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85826548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9F6A2-C762-4723-E16C-40EBFC156D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0647C-ECD1-347D-20CD-0BB8CA3CE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C53C9F-F41D-025A-1A56-878F3DF9A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5398F-5FD7-99D8-2710-A4300F672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09AEE-E282-3ECC-0C0E-14B1E4A25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40397710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483F64-7F6A-4902-3476-9E5E789F8E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CC834-0D41-FD9D-C3BB-C6385EB4D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457F1-0190-1550-4179-C2C7BCE3A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4239E-B976-C33B-7D5A-461B4FE16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919D5-5062-8642-95F9-C43524AEE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379712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0856F0-9ACF-7521-F982-3E34A9DFC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61AF6-B81C-ECD3-1135-E7760E88C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5F020-5369-856A-C861-397A0DEB4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80504-898D-14DE-4D51-E855B9602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8EA86-AE3D-72D9-37A6-D41D93B0B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CD3453-70A1-4900-956B-5C69B066FB73}" type="slidenum">
              <a:rPr lang="en-NZ" smtClean="0"/>
              <a:t>‹#›</a:t>
            </a:fld>
            <a:endParaRPr lang="en-N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60D192-9568-AFF6-2338-EB5ECED54EFE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8" t="7352" r="6926" b="12025"/>
          <a:stretch>
            <a:fillRect/>
          </a:stretch>
        </p:blipFill>
        <p:spPr>
          <a:xfrm>
            <a:off x="11601628" y="159416"/>
            <a:ext cx="439396" cy="41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12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84" r:id="rId4"/>
    <p:sldLayoutId id="2147483683" r:id="rId5"/>
    <p:sldLayoutId id="2147483664" r:id="rId6"/>
    <p:sldLayoutId id="2147483665" r:id="rId7"/>
    <p:sldLayoutId id="2147483685" r:id="rId8"/>
    <p:sldLayoutId id="2147483666" r:id="rId9"/>
    <p:sldLayoutId id="2147483667" r:id="rId10"/>
    <p:sldLayoutId id="2147483668" r:id="rId11"/>
    <p:sldLayoutId id="2147483682" r:id="rId12"/>
    <p:sldLayoutId id="214748366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068C4-A29F-0645-A04F-D0F6DB597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DDBFA-A065-4931-EA3C-5D9A72E8A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N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580F23-A259-8695-E531-B6BEDFBB16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0A0431-ED3C-DBA7-325B-08E5B9ADB5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612C5-615D-D192-069F-1F66F0C71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0D39D1-BF25-4325-8B6A-8C8BD9005662}" type="slidenum">
              <a:rPr lang="en-NZ" smtClean="0"/>
              <a:t>‹#›</a:t>
            </a:fld>
            <a:endParaRPr lang="en-NZ"/>
          </a:p>
        </p:txBody>
      </p:sp>
    </p:spTree>
    <p:extLst>
      <p:ext uri="{BB962C8B-B14F-4D97-AF65-F5344CB8AC3E}">
        <p14:creationId xmlns:p14="http://schemas.microsoft.com/office/powerpoint/2010/main" val="1851218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CDCA1-D936-1DB6-2DBE-49023B1E8C09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/>
          </a:bodyPr>
          <a:lstStyle/>
          <a:p>
            <a:r>
              <a:rPr lang="en-US"/>
              <a:t>AI-Enhanced vs Legacy Digital Forensics and Investigation Tools – A Comparative Efficacy Analysis</a:t>
            </a:r>
            <a:endParaRPr lang="en-N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365BE2-E307-AADF-D364-479945C4ED39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1069848" y="3931919"/>
            <a:ext cx="10058400" cy="14548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Team Name: Byte Harbor Butchers</a:t>
            </a:r>
            <a:endParaRPr lang="en-NZ" dirty="0"/>
          </a:p>
          <a:p>
            <a:r>
              <a:rPr lang="en-US" dirty="0"/>
              <a:t>Team Members: Matt Baker, Sam Davies, Olivia Hey, Dave </a:t>
            </a:r>
            <a:r>
              <a:rPr lang="en-US" dirty="0" err="1"/>
              <a:t>Sushames</a:t>
            </a:r>
            <a:endParaRPr lang="en-NZ" dirty="0"/>
          </a:p>
          <a:p>
            <a:r>
              <a:rPr lang="en-NZ" dirty="0"/>
              <a:t>Project Client: Geoff Gordon </a:t>
            </a:r>
          </a:p>
          <a:p>
            <a:r>
              <a:rPr lang="en-NZ" dirty="0"/>
              <a:t>Advisors: Dr Bryce Antony, Clement </a:t>
            </a:r>
            <a:r>
              <a:rPr lang="en-NZ" dirty="0" err="1"/>
              <a:t>Swarnappa</a:t>
            </a:r>
            <a:endParaRPr lang="en-NZ" dirty="0"/>
          </a:p>
          <a:p>
            <a:r>
              <a:rPr lang="en-NZ" dirty="0"/>
              <a:t>IT7510 Capstone: Final Panel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EF50E5-DB47-FEF0-FF12-033074E8A1B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239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A396-A685-584F-ADCF-AB166A387513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Presentation Content 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B68112-FD2F-3319-B421-D7F0C3AA4559}"/>
              </a:ext>
            </a:extLst>
          </p:cNvPr>
          <p:cNvSpPr>
            <a:spLocks noGrp="1"/>
          </p:cNvSpPr>
          <p:nvPr>
            <p:ph idx="101"/>
          </p:nvPr>
        </p:nvSpPr>
        <p:spPr>
          <a:xfrm>
            <a:off x="418298" y="1282567"/>
            <a:ext cx="4610502" cy="4663440"/>
          </a:xfrm>
        </p:spPr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Background and Problem</a:t>
            </a:r>
            <a:endParaRPr lang="en-US" sz="3600">
              <a:latin typeface="Aptos Display"/>
            </a:endParaRPr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Key Milestones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Changes and How They Were Managed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Methodology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Development, Research, Tools, and Technologies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Tools(Investigative)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Tools(Development)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Tools(LLMs)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Tools (LLM – Augmentation Scripts)</a:t>
            </a:r>
            <a:endParaRPr lang="en-US"/>
          </a:p>
          <a:p>
            <a:pPr marL="571500" indent="-571500">
              <a:buChar char="•"/>
            </a:pPr>
            <a:r>
              <a:rPr lang="en-US" sz="3600">
                <a:ea typeface="+mn-lt"/>
                <a:cs typeface="+mn-lt"/>
              </a:rPr>
              <a:t>Primary Artifact (1/2)</a:t>
            </a:r>
            <a:endParaRPr lang="en-US"/>
          </a:p>
          <a:p>
            <a:endParaRPr lang="en-US">
              <a:latin typeface="Aptos" panose="0211000402020202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FA0B9A-A517-42F0-E19C-F5948F03F40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875301" y="6356350"/>
            <a:ext cx="2743200" cy="365125"/>
          </a:xfrm>
        </p:spPr>
        <p:txBody>
          <a:bodyPr/>
          <a:lstStyle/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95A08D9-A3F5-59F0-1DB7-14C798B0E14B}"/>
              </a:ext>
            </a:extLst>
          </p:cNvPr>
          <p:cNvSpPr txBox="1">
            <a:spLocks/>
          </p:cNvSpPr>
          <p:nvPr/>
        </p:nvSpPr>
        <p:spPr>
          <a:xfrm>
            <a:off x="5032408" y="1284572"/>
            <a:ext cx="4610502" cy="466344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>
            <a:normAutofit fontScale="8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har char="•"/>
            </a:pPr>
            <a:r>
              <a:rPr lang="en-US"/>
              <a:t>Primary Artifact (2/2)</a:t>
            </a:r>
          </a:p>
          <a:p>
            <a:pPr marL="457200" indent="-457200">
              <a:buChar char="•"/>
            </a:pPr>
            <a:r>
              <a:rPr lang="en-US"/>
              <a:t>User Documentation</a:t>
            </a:r>
          </a:p>
          <a:p>
            <a:pPr marL="457200" indent="-457200">
              <a:buChar char="•"/>
            </a:pPr>
            <a:r>
              <a:rPr lang="en-US"/>
              <a:t>Demonstration</a:t>
            </a:r>
          </a:p>
          <a:p>
            <a:pPr marL="457200" indent="-457200">
              <a:buChar char="•"/>
            </a:pPr>
            <a:r>
              <a:rPr lang="en-US"/>
              <a:t>Testing</a:t>
            </a:r>
          </a:p>
          <a:p>
            <a:pPr marL="457200" indent="-457200">
              <a:buChar char="•"/>
            </a:pPr>
            <a:r>
              <a:rPr lang="en-US"/>
              <a:t>Key Findings and Analysis</a:t>
            </a:r>
          </a:p>
          <a:p>
            <a:pPr marL="457200" indent="-457200">
              <a:buChar char="•"/>
            </a:pPr>
            <a:r>
              <a:rPr lang="en-US"/>
              <a:t>Stats</a:t>
            </a:r>
          </a:p>
          <a:p>
            <a:pPr marL="457200" indent="-457200">
              <a:buChar char="•"/>
            </a:pPr>
            <a:r>
              <a:rPr lang="en-US"/>
              <a:t>Conclusion and Recommendations</a:t>
            </a:r>
          </a:p>
          <a:p>
            <a:pPr marL="457200" indent="-457200">
              <a:buChar char="•"/>
            </a:pPr>
            <a:r>
              <a:rPr lang="en-US"/>
              <a:t>Client Review and Satisfaction</a:t>
            </a:r>
          </a:p>
          <a:p>
            <a:pPr marL="457200" indent="-457200">
              <a:buChar char="•"/>
            </a:pPr>
            <a:r>
              <a:rPr lang="en-US"/>
              <a:t>Future Work and Remaining tasks</a:t>
            </a:r>
          </a:p>
          <a:p>
            <a:pPr marL="457200" indent="-457200">
              <a:buChar char="•"/>
            </a:pPr>
            <a:r>
              <a:rPr lang="en-US"/>
              <a:t>Questions?</a:t>
            </a:r>
            <a:endParaRPr lang="en-US">
              <a:latin typeface="Aptos" panose="021100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99449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D0C4F-887A-07B1-5448-816B605B3E0A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9966960" cy="868680"/>
          </a:xfrm>
        </p:spPr>
        <p:txBody>
          <a:bodyPr wrap="square" anchor="ctr">
            <a:normAutofit/>
          </a:bodyPr>
          <a:lstStyle/>
          <a:p>
            <a:r>
              <a:rPr lang="en-US"/>
              <a:t>Background and Problem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2709F-7092-C4DF-2680-CEE381877C3F}"/>
              </a:ext>
            </a:extLst>
          </p:cNvPr>
          <p:cNvSpPr>
            <a:spLocks noGrp="1"/>
          </p:cNvSpPr>
          <p:nvPr>
            <p:ph idx="101"/>
          </p:nvPr>
        </p:nvSpPr>
        <p:spPr>
          <a:xfrm>
            <a:off x="548640" y="1463040"/>
            <a:ext cx="7486996" cy="4663440"/>
          </a:xfrm>
        </p:spPr>
        <p:txBody>
          <a:bodyPr vert="horz" wrap="square" lIns="91440" tIns="45720" rIns="91440" bIns="45720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DFIR analysis is slow, manual, and requires high levels of expertise.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</a:rPr>
              <a:t>LLMs promise faster reporting, but cloud-based AI are not secure.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>
                <a:solidFill>
                  <a:srgbClr val="000000"/>
                </a:solidFill>
              </a:rPr>
              <a:t>Any LLMs used have to be locally hosted.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>
                <a:solidFill>
                  <a:srgbClr val="000000"/>
                </a:solidFill>
              </a:rPr>
              <a:t>What are the limitations and use cases of this?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>
                <a:solidFill>
                  <a:srgbClr val="000000"/>
                </a:solidFill>
              </a:rPr>
              <a:t>Do LLMs belong in DFIR, and if so, how?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C36CC-53CB-7AA5-1FBD-47D650074C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84832" y="6343048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09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DA2C24-AE1C-9980-0C52-A02E68A3236F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Key Milestones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50B0F-1C8E-3094-093D-9DEBE70E0AB9}"/>
              </a:ext>
            </a:extLst>
          </p:cNvPr>
          <p:cNvSpPr>
            <a:spLocks noGrp="1"/>
          </p:cNvSpPr>
          <p:nvPr>
            <p:ph type="body" idx="104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01/09/2026</a:t>
            </a:r>
            <a:endParaRPr lang="en-N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DFD17AF-DB22-A737-3FD0-56DFA38AE32D}"/>
              </a:ext>
            </a:extLst>
          </p:cNvPr>
          <p:cNvSpPr>
            <a:spLocks noGrp="1"/>
          </p:cNvSpPr>
          <p:nvPr>
            <p:ph type="body" idx="105"/>
          </p:nvPr>
        </p:nvSpPr>
        <p:spPr/>
        <p:txBody>
          <a:bodyPr/>
          <a:lstStyle/>
          <a:p>
            <a:r>
              <a:rPr lang="en-US"/>
              <a:t>Final version of proposal</a:t>
            </a:r>
            <a:endParaRPr lang="en-NZ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0269EBA-33A3-9523-C803-35FD0BD6390A}"/>
              </a:ext>
            </a:extLst>
          </p:cNvPr>
          <p:cNvSpPr>
            <a:spLocks noGrp="1"/>
          </p:cNvSpPr>
          <p:nvPr>
            <p:ph type="body" idx="108"/>
          </p:nvPr>
        </p:nvSpPr>
        <p:spPr>
          <a:xfrm>
            <a:off x="1624203" y="4340488"/>
            <a:ext cx="1828800" cy="457200"/>
          </a:xfrm>
        </p:spPr>
        <p:txBody>
          <a:bodyPr/>
          <a:lstStyle/>
          <a:p>
            <a:r>
              <a:rPr lang="en-US"/>
              <a:t>16/09/2026</a:t>
            </a:r>
            <a:endParaRPr lang="en-NZ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C791ED7-D924-1023-4673-5248217ECB81}"/>
              </a:ext>
            </a:extLst>
          </p:cNvPr>
          <p:cNvSpPr>
            <a:spLocks noGrp="1"/>
          </p:cNvSpPr>
          <p:nvPr>
            <p:ph type="body" idx="109"/>
          </p:nvPr>
        </p:nvSpPr>
        <p:spPr>
          <a:xfrm>
            <a:off x="1624203" y="4797688"/>
            <a:ext cx="1828800" cy="1188720"/>
          </a:xfrm>
        </p:spPr>
        <p:txBody>
          <a:bodyPr/>
          <a:lstStyle/>
          <a:p>
            <a:r>
              <a:rPr lang="en-US"/>
              <a:t>Mid Progress presentation</a:t>
            </a:r>
            <a:endParaRPr lang="en-NZ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D1BBBD0-2364-356C-5180-D2ACD230E073}"/>
              </a:ext>
            </a:extLst>
          </p:cNvPr>
          <p:cNvSpPr>
            <a:spLocks noGrp="1"/>
          </p:cNvSpPr>
          <p:nvPr>
            <p:ph type="body" idx="112"/>
          </p:nvPr>
        </p:nvSpPr>
        <p:spPr>
          <a:xfrm>
            <a:off x="4424589" y="4342878"/>
            <a:ext cx="1828800" cy="457200"/>
          </a:xfrm>
        </p:spPr>
        <p:txBody>
          <a:bodyPr/>
          <a:lstStyle/>
          <a:p>
            <a:r>
              <a:rPr lang="en-US"/>
              <a:t>07/10/2026</a:t>
            </a:r>
            <a:endParaRPr lang="en-NZ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CDC1DBD-AA15-07B7-6CF5-A44EA0BB0CFD}"/>
              </a:ext>
            </a:extLst>
          </p:cNvPr>
          <p:cNvSpPr>
            <a:spLocks noGrp="1"/>
          </p:cNvSpPr>
          <p:nvPr>
            <p:ph type="body" idx="113"/>
          </p:nvPr>
        </p:nvSpPr>
        <p:spPr>
          <a:xfrm>
            <a:off x="4424589" y="4800078"/>
            <a:ext cx="1828800" cy="914400"/>
          </a:xfrm>
        </p:spPr>
        <p:txBody>
          <a:bodyPr/>
          <a:lstStyle/>
          <a:p>
            <a:r>
              <a:rPr lang="en-US"/>
              <a:t>Self management review</a:t>
            </a:r>
            <a:endParaRPr lang="en-NZ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D5671E0-8D9C-A198-1CC5-9359E77837C2}"/>
              </a:ext>
            </a:extLst>
          </p:cNvPr>
          <p:cNvSpPr>
            <a:spLocks noGrp="1"/>
          </p:cNvSpPr>
          <p:nvPr>
            <p:ph type="body" idx="116"/>
          </p:nvPr>
        </p:nvSpPr>
        <p:spPr>
          <a:xfrm>
            <a:off x="5840427" y="1635507"/>
            <a:ext cx="1828800" cy="457200"/>
          </a:xfrm>
        </p:spPr>
        <p:txBody>
          <a:bodyPr/>
          <a:lstStyle/>
          <a:p>
            <a:r>
              <a:rPr lang="en-US"/>
              <a:t>28/10/2026</a:t>
            </a:r>
            <a:endParaRPr lang="en-NZ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2EB8AAE-D220-BFE8-F0A8-F78A9B724BB6}"/>
              </a:ext>
            </a:extLst>
          </p:cNvPr>
          <p:cNvSpPr>
            <a:spLocks noGrp="1"/>
          </p:cNvSpPr>
          <p:nvPr>
            <p:ph type="body" idx="117"/>
          </p:nvPr>
        </p:nvSpPr>
        <p:spPr>
          <a:xfrm>
            <a:off x="5840427" y="2092707"/>
            <a:ext cx="1828800" cy="1188720"/>
          </a:xfrm>
        </p:spPr>
        <p:txBody>
          <a:bodyPr/>
          <a:lstStyle/>
          <a:p>
            <a:r>
              <a:rPr lang="en-US"/>
              <a:t>Closeout reports, poster, one-pager</a:t>
            </a:r>
            <a:endParaRPr lang="en-NZ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C3BB79B-38A5-2DF3-EC3C-CA73361B195D}"/>
              </a:ext>
            </a:extLst>
          </p:cNvPr>
          <p:cNvSpPr>
            <a:spLocks noGrp="1"/>
          </p:cNvSpPr>
          <p:nvPr>
            <p:ph type="body" idx="124"/>
          </p:nvPr>
        </p:nvSpPr>
        <p:spPr>
          <a:xfrm>
            <a:off x="10005346" y="4341590"/>
            <a:ext cx="1828800" cy="457200"/>
          </a:xfrm>
        </p:spPr>
        <p:txBody>
          <a:bodyPr/>
          <a:lstStyle/>
          <a:p>
            <a:r>
              <a:rPr lang="en-US"/>
              <a:t>09-26/11/2026</a:t>
            </a:r>
            <a:endParaRPr lang="en-NZ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395C8A9-4A7A-914E-7F44-8DE9D34DFB26}"/>
              </a:ext>
            </a:extLst>
          </p:cNvPr>
          <p:cNvSpPr>
            <a:spLocks noGrp="1"/>
          </p:cNvSpPr>
          <p:nvPr>
            <p:ph type="body" idx="125"/>
          </p:nvPr>
        </p:nvSpPr>
        <p:spPr>
          <a:xfrm>
            <a:off x="10005346" y="4798790"/>
            <a:ext cx="1828800" cy="1188720"/>
          </a:xfrm>
        </p:spPr>
        <p:txBody>
          <a:bodyPr/>
          <a:lstStyle/>
          <a:p>
            <a:r>
              <a:rPr lang="en-US"/>
              <a:t>Post submission work with Geoff</a:t>
            </a:r>
            <a:endParaRPr lang="en-NZ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32F715F-4488-B640-01FF-1B5451A67311}"/>
              </a:ext>
            </a:extLst>
          </p:cNvPr>
          <p:cNvSpPr txBox="1">
            <a:spLocks/>
          </p:cNvSpPr>
          <p:nvPr/>
        </p:nvSpPr>
        <p:spPr>
          <a:xfrm>
            <a:off x="8676898" y="1635507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05/11/2026</a:t>
            </a:r>
          </a:p>
        </p:txBody>
      </p: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9BD9B2B3-2B90-AA02-4C5C-B61F16A9E6A4}"/>
              </a:ext>
            </a:extLst>
          </p:cNvPr>
          <p:cNvSpPr txBox="1">
            <a:spLocks/>
          </p:cNvSpPr>
          <p:nvPr/>
        </p:nvSpPr>
        <p:spPr>
          <a:xfrm>
            <a:off x="8676898" y="2092707"/>
            <a:ext cx="1828800" cy="9144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Final panel presentation</a:t>
            </a:r>
          </a:p>
        </p:txBody>
      </p:sp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FCCA6DC0-356B-42D2-4A85-835A79105C43}"/>
              </a:ext>
            </a:extLst>
          </p:cNvPr>
          <p:cNvSpPr txBox="1">
            <a:spLocks/>
          </p:cNvSpPr>
          <p:nvPr/>
        </p:nvSpPr>
        <p:spPr>
          <a:xfrm>
            <a:off x="7263610" y="4341590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29/10/2026</a:t>
            </a: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AD2AC287-ED5A-18F0-428B-C5103D2D476E}"/>
              </a:ext>
            </a:extLst>
          </p:cNvPr>
          <p:cNvSpPr txBox="1">
            <a:spLocks/>
          </p:cNvSpPr>
          <p:nvPr/>
        </p:nvSpPr>
        <p:spPr>
          <a:xfrm>
            <a:off x="7263610" y="4798790"/>
            <a:ext cx="1828800" cy="118872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</a:t>
            </a:r>
            <a:r>
              <a:rPr lang="en-NZ" err="1"/>
              <a:t>esearch</a:t>
            </a:r>
            <a:r>
              <a:rPr lang="en-NZ"/>
              <a:t> report delivered to client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57D1DC96-9E0C-B860-D629-B46F06676F37}"/>
              </a:ext>
            </a:extLst>
          </p:cNvPr>
          <p:cNvSpPr txBox="1">
            <a:spLocks/>
          </p:cNvSpPr>
          <p:nvPr/>
        </p:nvSpPr>
        <p:spPr>
          <a:xfrm>
            <a:off x="2958880" y="1637440"/>
            <a:ext cx="1828800" cy="45720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02/10/2026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FA4DB30-D872-F908-2E2E-6175831D205A}"/>
              </a:ext>
            </a:extLst>
          </p:cNvPr>
          <p:cNvSpPr txBox="1">
            <a:spLocks/>
          </p:cNvSpPr>
          <p:nvPr/>
        </p:nvSpPr>
        <p:spPr>
          <a:xfrm>
            <a:off x="2958880" y="2094640"/>
            <a:ext cx="1828800" cy="1188720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NZ"/>
              <a:t>All LLM-augmentation scripts complete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2AE6E8-4141-7F21-7992-91E4431EFEF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27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94768-B7FF-A195-8FEB-E6C3518C91F1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Changes and How They Were Managed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4FAD2-2AC0-60FF-6FA2-9F801ED04B8C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Change from AI tools to AI reporting. Gantt chart versions. How changes were documented (proposal revisions, meeting minutes with Bryce)</a:t>
            </a:r>
          </a:p>
          <a:p>
            <a:pPr marL="0" indent="0">
              <a:buNone/>
            </a:pP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372AAD9-E1FA-C9BD-E761-271CD2D69C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408519"/>
              </p:ext>
            </p:extLst>
          </p:nvPr>
        </p:nvGraphicFramePr>
        <p:xfrm>
          <a:off x="720436" y="2318327"/>
          <a:ext cx="10714182" cy="33096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57091">
                  <a:extLst>
                    <a:ext uri="{9D8B030D-6E8A-4147-A177-3AD203B41FA5}">
                      <a16:colId xmlns:a16="http://schemas.microsoft.com/office/drawing/2014/main" val="4094962609"/>
                    </a:ext>
                  </a:extLst>
                </a:gridCol>
                <a:gridCol w="5357091">
                  <a:extLst>
                    <a:ext uri="{9D8B030D-6E8A-4147-A177-3AD203B41FA5}">
                      <a16:colId xmlns:a16="http://schemas.microsoft.com/office/drawing/2014/main" val="313398240"/>
                    </a:ext>
                  </a:extLst>
                </a:gridCol>
              </a:tblGrid>
              <a:tr h="385825">
                <a:tc>
                  <a:txBody>
                    <a:bodyPr/>
                    <a:lstStyle/>
                    <a:p>
                      <a:r>
                        <a:rPr lang="en-US"/>
                        <a:t>Change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How it was managed</a:t>
                      </a:r>
                      <a:endParaRPr lang="en-N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146471"/>
                  </a:ext>
                </a:extLst>
              </a:tr>
              <a:tr h="669798">
                <a:tc>
                  <a:txBody>
                    <a:bodyPr/>
                    <a:lstStyle/>
                    <a:p>
                      <a:r>
                        <a:rPr lang="en-US"/>
                        <a:t>Focus shifted from testing AI tools to comparing LLM reports.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NZ" dirty="0"/>
                        <a:t>Proposal revised and a new Gantt version issued. Documented through proposal revisions and meeting minutes with Dr Antony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193989"/>
                  </a:ext>
                </a:extLst>
              </a:tr>
              <a:tr h="669798">
                <a:tc>
                  <a:txBody>
                    <a:bodyPr/>
                    <a:lstStyle/>
                    <a:p>
                      <a:r>
                        <a:rPr lang="en-US" dirty="0"/>
                        <a:t>Scripts were initially out of scope, but became necessary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Told the client at the mid-project presentation, </a:t>
                      </a:r>
                      <a:r>
                        <a:rPr lang="en-NZ" dirty="0"/>
                        <a:t>Gantt chart updated to include script 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5971431"/>
                  </a:ext>
                </a:extLst>
              </a:tr>
              <a:tr h="669798">
                <a:tc>
                  <a:txBody>
                    <a:bodyPr/>
                    <a:lstStyle/>
                    <a:p>
                      <a:r>
                        <a:rPr lang="en-US" dirty="0"/>
                        <a:t>Dropped Kanban/Trello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Advised by Dr Bryce Antony. Using DSR cycle + a shared file-tracking doc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8311646"/>
                  </a:ext>
                </a:extLst>
              </a:tr>
              <a:tr h="669798">
                <a:tc>
                  <a:txBody>
                    <a:bodyPr/>
                    <a:lstStyle/>
                    <a:p>
                      <a:r>
                        <a:rPr lang="en-US" dirty="0"/>
                        <a:t>Extra post-panel work agreed on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Frontier-model testing with added to Gantt for after exams</a:t>
                      </a:r>
                      <a:endParaRPr lang="en-NZ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8269978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833C1-8954-8331-336E-C41951018A0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373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3921F-C378-5717-8F84-82274B401ACD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Methodology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E6C80E-6187-ECB8-33E1-ED7C9CD93D1C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sz="1800"/>
              <a:t>Design Science Research: Problem -&gt; Objectives -&gt; Design -&gt; Demonstration -&gt; Evaluation -&gt; Communication</a:t>
            </a:r>
          </a:p>
          <a:p>
            <a:r>
              <a:rPr lang="en-NZ" sz="1800"/>
              <a:t>NIST CFTT: Structure for comparing tool output.</a:t>
            </a:r>
          </a:p>
          <a:p>
            <a:r>
              <a:rPr lang="en-NZ" sz="1800"/>
              <a:t>DSR was adapted, taking advantage of expert-informed iterations of key artefacts.</a:t>
            </a:r>
          </a:p>
          <a:p>
            <a:r>
              <a:rPr lang="en-NZ" sz="1800"/>
              <a:t>Kanban + Trello was tried, but had limited utility so wasn’t used. 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06D23E1-3C7C-41D6-F275-4999BAEDDB9F}"/>
              </a:ext>
            </a:extLst>
          </p:cNvPr>
          <p:cNvPicPr>
            <a:picLocks noGrp="1" noChangeAspect="1"/>
          </p:cNvPicPr>
          <p:nvPr>
            <p:ph idx="101"/>
          </p:nvPr>
        </p:nvPicPr>
        <p:blipFill>
          <a:blip r:embed="rId2"/>
          <a:stretch>
            <a:fillRect/>
          </a:stretch>
        </p:blipFill>
        <p:spPr>
          <a:xfrm>
            <a:off x="548640" y="1686173"/>
            <a:ext cx="7497763" cy="421749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92FF0B-AA82-D38D-93CE-EE431243E7F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74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3A267-86E4-EC9F-B6B6-A7DCCABDBE12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Development, </a:t>
            </a:r>
            <a:r>
              <a:rPr lang="en-US"/>
              <a:t>Research</a:t>
            </a:r>
            <a:r>
              <a:rPr lang="en-US" dirty="0"/>
              <a:t>,</a:t>
            </a:r>
            <a:r>
              <a:rPr lang="en-US"/>
              <a:t> Tools</a:t>
            </a:r>
            <a:r>
              <a:rPr lang="en-US" dirty="0"/>
              <a:t>, and </a:t>
            </a:r>
            <a:r>
              <a:rPr lang="en-US"/>
              <a:t>Technologies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2098D0-DD9A-E09A-83DC-15F697CC3E8F}"/>
              </a:ext>
            </a:extLst>
          </p:cNvPr>
          <p:cNvSpPr>
            <a:spLocks noGrp="1"/>
          </p:cNvSpPr>
          <p:nvPr>
            <p:ph type="body" idx="101"/>
          </p:nvPr>
        </p:nvSpPr>
        <p:spPr>
          <a:xfrm>
            <a:off x="548640" y="1463040"/>
            <a:ext cx="6684926" cy="4663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NZ" dirty="0"/>
              <a:t>Testing Environment:</a:t>
            </a:r>
          </a:p>
          <a:p>
            <a:r>
              <a:rPr lang="en-NZ" dirty="0"/>
              <a:t>Kali Linux 2026.3, i5-13500, RTX 3060 + RTX 3070, 2x8 GB DDR5     Memory. Installed on campus. Connected to via RDC and PuTTY through OpenVPN tunnel.</a:t>
            </a:r>
            <a:endParaRPr lang="en-US" dirty="0"/>
          </a:p>
          <a:p>
            <a:pPr marL="0" indent="0">
              <a:buNone/>
            </a:pPr>
            <a:r>
              <a:rPr lang="en-NZ" dirty="0"/>
              <a:t>LLM hosting: </a:t>
            </a:r>
            <a:r>
              <a:rPr lang="en-NZ" dirty="0" err="1"/>
              <a:t>Ollama</a:t>
            </a:r>
            <a:r>
              <a:rPr lang="en-NZ" dirty="0"/>
              <a:t>, Gemma4:26b custom build (32k context, temperature 0, fixed seed).</a:t>
            </a:r>
          </a:p>
          <a:p>
            <a:pPr marL="0" indent="0">
              <a:buNone/>
            </a:pPr>
            <a:r>
              <a:rPr lang="en-NZ" dirty="0"/>
              <a:t>Traditional tools: Foremost (file carving), Nmap (network scan), Wireshark (packet analysis).</a:t>
            </a:r>
          </a:p>
          <a:p>
            <a:pPr marL="0" indent="0">
              <a:buNone/>
            </a:pPr>
            <a:r>
              <a:rPr lang="en-NZ" dirty="0"/>
              <a:t>Scripts: Python/Bash scripting.</a:t>
            </a:r>
          </a:p>
          <a:p>
            <a:pPr marL="0" indent="0">
              <a:buNone/>
            </a:pPr>
            <a:r>
              <a:rPr lang="en-NZ" dirty="0"/>
              <a:t>Other models tested: Qwen, Mistral, </a:t>
            </a:r>
            <a:r>
              <a:rPr lang="en-NZ" dirty="0" err="1"/>
              <a:t>Nemotron</a:t>
            </a:r>
            <a:r>
              <a:rPr lang="en-NZ" dirty="0"/>
              <a:t>. Gemma4 was fastest, clearest, and had the fewest errors.</a:t>
            </a:r>
          </a:p>
          <a:p>
            <a:r>
              <a:rPr lang="en-US" dirty="0"/>
              <a:t>DSR, Kali Linux, </a:t>
            </a:r>
            <a:r>
              <a:rPr lang="en-US" dirty="0" err="1"/>
              <a:t>Ollama</a:t>
            </a:r>
            <a:r>
              <a:rPr lang="en-US" dirty="0"/>
              <a:t>, Gemma4-df at specific parameters. Foremost, Nmap, Wireshark, </a:t>
            </a:r>
            <a:r>
              <a:rPr lang="en-US" dirty="0" err="1"/>
              <a:t>Tshark</a:t>
            </a:r>
            <a:r>
              <a:rPr lang="en-US" dirty="0"/>
              <a:t>.</a:t>
            </a:r>
          </a:p>
          <a:p>
            <a:endParaRPr lang="en-NZ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8074A-AD38-E7AC-1504-02C4A3E5099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92E13C-9CC3-AAB9-3ABD-B27952B16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737" y="1426944"/>
            <a:ext cx="3090940" cy="4084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885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AA5498-5ACC-51F4-FFD4-E2279D7F9BB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Tools (Investigative)</a:t>
            </a:r>
            <a:endParaRPr lang="en-NZ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EA18DF8-A09E-D132-4990-022C87305800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lang="en-US">
                <a:solidFill>
                  <a:schemeClr val="tx2"/>
                </a:solidFill>
              </a:rPr>
              <a:t>Foremost</a:t>
            </a:r>
            <a:endParaRPr lang="en-NZ">
              <a:solidFill>
                <a:schemeClr val="tx2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4A6331-DE91-7A78-6150-8D6E0AA663A2}"/>
              </a:ext>
            </a:extLst>
          </p:cNvPr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lang="en-NZ"/>
              <a:t>A digital forensics tool used to carve files from a forensic disk image. Used to recover data from hard disk storage for investigative purposes.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2F84ACF-E88D-9ADB-EBFF-BAA2E214F50A}"/>
              </a:ext>
            </a:extLst>
          </p:cNvPr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rPr lang="en-US"/>
              <a:t>Nmap</a:t>
            </a:r>
            <a:endParaRPr lang="en-N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C8EC63E-D4B2-BF88-FC3A-7BFEFE44B921}"/>
              </a:ext>
            </a:extLst>
          </p:cNvPr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r>
              <a:rPr lang="en-NZ"/>
              <a:t>A</a:t>
            </a:r>
            <a:r>
              <a:rPr lang="en-NZ" b="1"/>
              <a:t> </a:t>
            </a:r>
            <a:r>
              <a:rPr lang="en-NZ"/>
              <a:t>network reconnaissance tool that can be used to discover hosts, open ports, services, vulnerabilities, and other technically specific diagnostic information. Used for network triage.</a:t>
            </a:r>
          </a:p>
        </p:txBody>
      </p:sp>
      <p:pic>
        <p:nvPicPr>
          <p:cNvPr id="18" name="Content Placeholder 17" descr="File:Wireshark icon new.png - Wikimedia Commons">
            <a:extLst>
              <a:ext uri="{FF2B5EF4-FFF2-40B4-BE49-F238E27FC236}">
                <a16:creationId xmlns:a16="http://schemas.microsoft.com/office/drawing/2014/main" id="{36A18741-4EB3-E800-B2CB-220C48FF6829}"/>
              </a:ext>
            </a:extLst>
          </p:cNvPr>
          <p:cNvPicPr>
            <a:picLocks noGrp="1" noChangeAspect="1"/>
          </p:cNvPicPr>
          <p:nvPr>
            <p:ph idx="110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B86F0F4-A286-88BC-2E50-18DA57C35698}"/>
              </a:ext>
            </a:extLst>
          </p:cNvPr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rPr lang="en-US" dirty="0"/>
              <a:t>W</a:t>
            </a:r>
            <a:r>
              <a:rPr lang="en-NZ" dirty="0" err="1"/>
              <a:t>ireshark</a:t>
            </a:r>
            <a:endParaRPr lang="en-NZ" dirty="0"/>
          </a:p>
          <a:p>
            <a:endParaRPr lang="en-NZ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8C0282B-DD42-3641-8EC4-D2D894BBD3F4}"/>
              </a:ext>
            </a:extLst>
          </p:cNvPr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rPr lang="en-NZ"/>
              <a:t>A packet capturing and packet inspection tool. Used for network analysis. </a:t>
            </a:r>
            <a:r>
              <a:rPr lang="en-NZ" err="1"/>
              <a:t>Tshark</a:t>
            </a:r>
            <a:r>
              <a:rPr lang="en-NZ"/>
              <a:t>.</a:t>
            </a:r>
          </a:p>
        </p:txBody>
      </p:sp>
      <p:pic>
        <p:nvPicPr>
          <p:cNvPr id="5" name="Content Placeholder 4" descr="Guide complet sur NMAP│Formation Cybersécurité│100% en ligne">
            <a:extLst>
              <a:ext uri="{FF2B5EF4-FFF2-40B4-BE49-F238E27FC236}">
                <a16:creationId xmlns:a16="http://schemas.microsoft.com/office/drawing/2014/main" id="{52CC6701-59F9-3F0F-DA5F-31C3A6CFF6C1}"/>
              </a:ext>
            </a:extLst>
          </p:cNvPr>
          <p:cNvPicPr>
            <a:picLocks noGrp="1" noChangeAspect="1"/>
          </p:cNvPicPr>
          <p:nvPr>
            <p:ph idx="106"/>
          </p:nvPr>
        </p:nvPicPr>
        <p:blipFill>
          <a:blip r:embed="rId3"/>
          <a:stretch>
            <a:fillRect/>
          </a:stretch>
        </p:blipFill>
        <p:spPr>
          <a:prstGeom prst="rect">
            <a:avLst/>
          </a:prstGeom>
        </p:spPr>
      </p:pic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CDFFAB1-B308-9E6C-8866-7F43375A04F4}"/>
              </a:ext>
            </a:extLst>
          </p:cNvPr>
          <p:cNvPicPr>
            <a:picLocks noGrp="1" noChangeAspect="1"/>
          </p:cNvPicPr>
          <p:nvPr>
            <p:ph idx="10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prstGeom prst="rect">
            <a:avLst/>
          </a:prstGeom>
          <a:noFill/>
          <a:ln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0AB046D-5852-A553-764D-8768F1F0E7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135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86284-0CB1-F6D4-12AA-F6E573067BB2}"/>
              </a:ext>
            </a:extLst>
          </p:cNvPr>
          <p:cNvSpPr>
            <a:spLocks noGrp="1"/>
          </p:cNvSpPr>
          <p:nvPr>
            <p:ph type="title" idx="100"/>
          </p:nvPr>
        </p:nvSpPr>
        <p:spPr>
          <a:xfrm>
            <a:off x="548640" y="411480"/>
            <a:ext cx="4503420" cy="868680"/>
          </a:xfrm>
        </p:spPr>
        <p:txBody>
          <a:bodyPr/>
          <a:lstStyle/>
          <a:p>
            <a:r>
              <a:rPr lang="en-US"/>
              <a:t>Tools (Development) </a:t>
            </a:r>
            <a:endParaRPr lang="en-NZ"/>
          </a:p>
        </p:txBody>
      </p:sp>
      <p:pic>
        <p:nvPicPr>
          <p:cNvPr id="12" name="Content Placeholder 11" descr="File:Python-logo-notext.svg">
            <a:extLst>
              <a:ext uri="{FF2B5EF4-FFF2-40B4-BE49-F238E27FC236}">
                <a16:creationId xmlns:a16="http://schemas.microsoft.com/office/drawing/2014/main" id="{1449324A-315A-8174-44A7-D9F7FF7C5131}"/>
              </a:ext>
            </a:extLst>
          </p:cNvPr>
          <p:cNvPicPr>
            <a:picLocks noGrp="1" noChangeAspect="1"/>
          </p:cNvPicPr>
          <p:nvPr>
            <p:ph idx="102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565908-ACEC-4FED-DA82-C464863CEBAE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/>
          <a:lstStyle/>
          <a:p>
            <a:r>
              <a:rPr lang="en-US"/>
              <a:t>Python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8BC71-9D92-2E07-0AF9-E4A7B39CC7FD}"/>
              </a:ext>
            </a:extLst>
          </p:cNvPr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rPr lang="en-US"/>
              <a:t>Coding language for LLM-augmented tools, preferred for local deployments, supports many APIs and modules facilitating LLM and LFS comms.</a:t>
            </a:r>
            <a:endParaRPr lang="en-NZ"/>
          </a:p>
        </p:txBody>
      </p:sp>
      <p:pic>
        <p:nvPicPr>
          <p:cNvPr id="13" name="Content Placeholder 12" descr="GitHub - tarleb/pandoc-logo: Logo for pandoc, the universal document  converter · GitHub">
            <a:extLst>
              <a:ext uri="{FF2B5EF4-FFF2-40B4-BE49-F238E27FC236}">
                <a16:creationId xmlns:a16="http://schemas.microsoft.com/office/drawing/2014/main" id="{12D0C35D-F70B-6013-D01D-00E409207FFF}"/>
              </a:ext>
            </a:extLst>
          </p:cNvPr>
          <p:cNvPicPr>
            <a:picLocks noGrp="1" noChangeAspect="1"/>
          </p:cNvPicPr>
          <p:nvPr>
            <p:ph idx="106"/>
          </p:nvPr>
        </p:nvPicPr>
        <p:blipFill>
          <a:blip r:embed="rId3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75E104-699C-068C-3E8F-C840740705D4}"/>
              </a:ext>
            </a:extLst>
          </p:cNvPr>
          <p:cNvSpPr>
            <a:spLocks noGrp="1"/>
          </p:cNvSpPr>
          <p:nvPr>
            <p:ph type="body" idx="107"/>
          </p:nvPr>
        </p:nvSpPr>
        <p:spPr/>
        <p:txBody>
          <a:bodyPr/>
          <a:lstStyle/>
          <a:p>
            <a:r>
              <a:rPr lang="en-US" err="1"/>
              <a:t>Pandoc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51CB4FE-B785-7026-71E5-DE0D3BC688D7}"/>
              </a:ext>
            </a:extLst>
          </p:cNvPr>
          <p:cNvSpPr>
            <a:spLocks noGrp="1"/>
          </p:cNvSpPr>
          <p:nvPr>
            <p:ph type="body" idx="108"/>
          </p:nvPr>
        </p:nvSpPr>
        <p:spPr/>
        <p:txBody>
          <a:bodyPr/>
          <a:lstStyle/>
          <a:p>
            <a:r>
              <a:rPr lang="en-US"/>
              <a:t>Facilitates markdown to pdf conversion</a:t>
            </a:r>
            <a:endParaRPr lang="en-NZ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629F52D-E0A4-BAC3-7C5E-D4025CFB065F}"/>
              </a:ext>
            </a:extLst>
          </p:cNvPr>
          <p:cNvSpPr>
            <a:spLocks noGrp="1"/>
          </p:cNvSpPr>
          <p:nvPr>
            <p:ph type="body" idx="111"/>
          </p:nvPr>
        </p:nvSpPr>
        <p:spPr/>
        <p:txBody>
          <a:bodyPr/>
          <a:lstStyle/>
          <a:p>
            <a:r>
              <a:rPr lang="en-US"/>
              <a:t>Toon-parse</a:t>
            </a:r>
            <a:endParaRPr lang="en-N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98E198-95B0-1B3F-ACA6-800F509C105B}"/>
              </a:ext>
            </a:extLst>
          </p:cNvPr>
          <p:cNvSpPr>
            <a:spLocks noGrp="1"/>
          </p:cNvSpPr>
          <p:nvPr>
            <p:ph type="body" idx="112"/>
          </p:nvPr>
        </p:nvSpPr>
        <p:spPr/>
        <p:txBody>
          <a:bodyPr/>
          <a:lstStyle/>
          <a:p>
            <a:r>
              <a:rPr lang="en-US"/>
              <a:t>Facilitates conversion of XML to novel token optimized language</a:t>
            </a:r>
            <a:endParaRPr lang="en-NZ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19AE58-FE4D-0A32-2996-33A284D4CF6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6535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DE0EB-B98E-3B3C-D608-1526BB8A5A7C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Tools (LLMs)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2A14F4-D699-37C7-A18F-AC28AFC534AF}"/>
              </a:ext>
            </a:extLst>
          </p:cNvPr>
          <p:cNvSpPr>
            <a:spLocks noGrp="1"/>
          </p:cNvSpPr>
          <p:nvPr>
            <p:ph type="body" idx="103"/>
          </p:nvPr>
        </p:nvSpPr>
        <p:spPr>
          <a:xfrm>
            <a:off x="838048" y="1741714"/>
            <a:ext cx="2834640" cy="548640"/>
          </a:xfrm>
        </p:spPr>
        <p:txBody>
          <a:bodyPr/>
          <a:lstStyle/>
          <a:p>
            <a:r>
              <a:rPr lang="en-US"/>
              <a:t>Gemma4:26b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7E47E5-9725-7A88-AAC0-434B8E709179}"/>
              </a:ext>
            </a:extLst>
          </p:cNvPr>
          <p:cNvSpPr>
            <a:spLocks noGrp="1"/>
          </p:cNvSpPr>
          <p:nvPr>
            <p:ph type="body" idx="104"/>
          </p:nvPr>
        </p:nvSpPr>
        <p:spPr>
          <a:xfrm>
            <a:off x="838048" y="2381794"/>
            <a:ext cx="2834640" cy="2377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/>
              <a:t>26 billion parameter </a:t>
            </a:r>
            <a:r>
              <a:rPr lang="en-US" err="1"/>
              <a:t>MoE</a:t>
            </a:r>
            <a:r>
              <a:rPr lang="en-US"/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Of all models tested, the most efficient, least erroneous</a:t>
            </a:r>
          </a:p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FC523BE-415D-8C4F-AE4A-AB8C7C0366E9}"/>
              </a:ext>
            </a:extLst>
          </p:cNvPr>
          <p:cNvSpPr>
            <a:spLocks noGrp="1"/>
          </p:cNvSpPr>
          <p:nvPr>
            <p:ph type="body" idx="107"/>
          </p:nvPr>
        </p:nvSpPr>
        <p:spPr>
          <a:xfrm>
            <a:off x="4678528" y="1741714"/>
            <a:ext cx="2834640" cy="548640"/>
          </a:xfrm>
        </p:spPr>
        <p:txBody>
          <a:bodyPr/>
          <a:lstStyle/>
          <a:p>
            <a:r>
              <a:rPr lang="en-US"/>
              <a:t>Gemma4-df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E8F0AC1-5B09-7347-97B4-C899CB63EF3C}"/>
              </a:ext>
            </a:extLst>
          </p:cNvPr>
          <p:cNvSpPr>
            <a:spLocks noGrp="1"/>
          </p:cNvSpPr>
          <p:nvPr>
            <p:ph type="body" idx="108"/>
          </p:nvPr>
        </p:nvSpPr>
        <p:spPr>
          <a:xfrm>
            <a:off x="4678528" y="2381794"/>
            <a:ext cx="2834640" cy="2377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Custom improved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Set seed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Temperature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32k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Repeat penalty set to 1.0</a:t>
            </a:r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E6058E0-87F7-ACE4-57A7-EDFB42D7226E}"/>
              </a:ext>
            </a:extLst>
          </p:cNvPr>
          <p:cNvSpPr>
            <a:spLocks noGrp="1"/>
          </p:cNvSpPr>
          <p:nvPr>
            <p:ph type="body" idx="111"/>
          </p:nvPr>
        </p:nvSpPr>
        <p:spPr>
          <a:xfrm>
            <a:off x="8519008" y="1741714"/>
            <a:ext cx="2834640" cy="548640"/>
          </a:xfrm>
        </p:spPr>
        <p:txBody>
          <a:bodyPr>
            <a:normAutofit/>
          </a:bodyPr>
          <a:lstStyle/>
          <a:p>
            <a:r>
              <a:rPr lang="en-NZ"/>
              <a:t>Qwen3.8-Flash-Next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A2B19D6-B861-28CD-26FB-8FA6C38E51DE}"/>
              </a:ext>
            </a:extLst>
          </p:cNvPr>
          <p:cNvSpPr>
            <a:spLocks noGrp="1"/>
          </p:cNvSpPr>
          <p:nvPr>
            <p:ph type="body" idx="112"/>
          </p:nvPr>
        </p:nvSpPr>
        <p:spPr>
          <a:xfrm>
            <a:off x="8519008" y="2381794"/>
            <a:ext cx="2834640" cy="2377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“Frontier model”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Provisioned through “Strata”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125 billion parameter </a:t>
            </a:r>
            <a:r>
              <a:rPr lang="en-US" err="1"/>
              <a:t>MoE</a:t>
            </a:r>
            <a:r>
              <a:rPr lang="en-US"/>
              <a:t>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.262,144 - 1,000,000 context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DE8952-496B-6EB2-4145-DC47DD46492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36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084F1-904A-B561-5E47-F46B6B6C8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174B2-3B8E-E756-C98B-22BE332EB72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Tools (</a:t>
            </a:r>
            <a:r>
              <a:rPr lang="en-US"/>
              <a:t>LLM-Augmentation Scripts</a:t>
            </a:r>
            <a:r>
              <a:rPr lang="en-US" dirty="0"/>
              <a:t>)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DA63AA-609C-55A5-7A9A-7C9195B908E8}"/>
              </a:ext>
            </a:extLst>
          </p:cNvPr>
          <p:cNvSpPr>
            <a:spLocks noGrp="1"/>
          </p:cNvSpPr>
          <p:nvPr>
            <p:ph type="body" idx="103"/>
          </p:nvPr>
        </p:nvSpPr>
        <p:spPr>
          <a:xfrm>
            <a:off x="838048" y="1785258"/>
            <a:ext cx="2834640" cy="548640"/>
          </a:xfrm>
        </p:spPr>
        <p:txBody>
          <a:bodyPr/>
          <a:lstStyle/>
          <a:p>
            <a:r>
              <a:rPr lang="en-US" dirty="0"/>
              <a:t>NinemostV1</a:t>
            </a:r>
            <a:endParaRPr lang="en-NZ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A22AA0-DC1B-15D0-E7B9-DC499287FDD0}"/>
              </a:ext>
            </a:extLst>
          </p:cNvPr>
          <p:cNvSpPr>
            <a:spLocks noGrp="1"/>
          </p:cNvSpPr>
          <p:nvPr>
            <p:ph type="body" idx="104"/>
          </p:nvPr>
        </p:nvSpPr>
        <p:spPr>
          <a:xfrm>
            <a:off x="838048" y="2425338"/>
            <a:ext cx="2834640" cy="237744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Longest development time, proof of concept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Originally designed to inspect every file of foremost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Least sophisticated and useful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Token counting added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1E6ACCA-8C30-073F-684F-E6F20D59200C}"/>
              </a:ext>
            </a:extLst>
          </p:cNvPr>
          <p:cNvSpPr>
            <a:spLocks noGrp="1"/>
          </p:cNvSpPr>
          <p:nvPr>
            <p:ph type="body" idx="107"/>
          </p:nvPr>
        </p:nvSpPr>
        <p:spPr>
          <a:xfrm>
            <a:off x="4678528" y="1785258"/>
            <a:ext cx="2834640" cy="548640"/>
          </a:xfrm>
        </p:spPr>
        <p:txBody>
          <a:bodyPr/>
          <a:lstStyle/>
          <a:p>
            <a:r>
              <a:rPr lang="en-US" dirty="0"/>
              <a:t>SilentCartographerV1</a:t>
            </a:r>
            <a:endParaRPr lang="en-NZ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9BF9D0-2E77-5685-E269-7C49971EE64D}"/>
              </a:ext>
            </a:extLst>
          </p:cNvPr>
          <p:cNvSpPr>
            <a:spLocks noGrp="1"/>
          </p:cNvSpPr>
          <p:nvPr>
            <p:ph type="body" idx="108"/>
          </p:nvPr>
        </p:nvSpPr>
        <p:spPr>
          <a:xfrm>
            <a:off x="4678680" y="2425338"/>
            <a:ext cx="2834640" cy="237744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Where chunking/input conversion was </a:t>
            </a:r>
            <a:r>
              <a:rPr lang="en-US" sz="1600"/>
              <a:t>added</a:t>
            </a:r>
            <a:r>
              <a:rPr lang="en-US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Employs novel formats (TOON)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Most realistic and deployable script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CC4962-5B9C-877F-2FC5-B63E82C21435}"/>
              </a:ext>
            </a:extLst>
          </p:cNvPr>
          <p:cNvSpPr>
            <a:spLocks noGrp="1"/>
          </p:cNvSpPr>
          <p:nvPr>
            <p:ph type="body" idx="111"/>
          </p:nvPr>
        </p:nvSpPr>
        <p:spPr>
          <a:xfrm>
            <a:off x="8519008" y="1785258"/>
            <a:ext cx="2834640" cy="548640"/>
          </a:xfrm>
        </p:spPr>
        <p:txBody>
          <a:bodyPr>
            <a:normAutofit/>
          </a:bodyPr>
          <a:lstStyle/>
          <a:p>
            <a:r>
              <a:rPr lang="en-NZ" dirty="0"/>
              <a:t>HammerheadV1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DAB856E-0B01-8854-E823-B8A5181F8684}"/>
              </a:ext>
            </a:extLst>
          </p:cNvPr>
          <p:cNvSpPr>
            <a:spLocks noGrp="1"/>
          </p:cNvSpPr>
          <p:nvPr>
            <p:ph type="body" idx="112"/>
          </p:nvPr>
        </p:nvSpPr>
        <p:spPr>
          <a:xfrm>
            <a:off x="8519008" y="2425338"/>
            <a:ext cx="2834640" cy="2377440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PDF output conversion was </a:t>
            </a:r>
            <a:r>
              <a:rPr lang="en-US" sz="1600"/>
              <a:t>added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Largest challenge to context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dirty="0" err="1"/>
              <a:t>tshark</a:t>
            </a:r>
            <a:r>
              <a:rPr lang="en-US" sz="1600" dirty="0"/>
              <a:t> to selectively pick packet columns &gt; csv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Further experimental evolutions, V2, V3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Could make a great future project (deep packet inspection)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17402-19F9-4382-D595-4C78F8D05A2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F7021451-1387-4CA6-816F-3879F97B5CBC}" type="slidenum">
              <a:rPr lang="en-US" b="0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369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6C995-2AB4-8B3A-31C2-01778832438E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Primary </a:t>
            </a:r>
            <a:r>
              <a:rPr lang="en-US"/>
              <a:t>Artefact</a:t>
            </a:r>
            <a:r>
              <a:rPr lang="en-US" dirty="0"/>
              <a:t> (1/2)</a:t>
            </a:r>
            <a:endParaRPr lang="en-NZ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30833-EFAE-4DAF-B4B4-1CF34E231C3A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 dirty="0"/>
              <a:t>Research report for Geoff presenting research background, methodology, findings, statistics, conclusions, recommendations, and support for future research.</a:t>
            </a:r>
            <a:endParaRPr lang="en-US" dirty="0"/>
          </a:p>
          <a:p>
            <a:endParaRPr lang="en-US" sz="1800" dirty="0"/>
          </a:p>
          <a:p>
            <a:pPr marL="285750" indent="-285750">
              <a:buChar char="•"/>
            </a:pPr>
            <a:r>
              <a:rPr lang="en-US" sz="1800" dirty="0"/>
              <a:t>We successfully answered Geoff’s concerns and interests about AI in DFIR.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NZ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01210D-83F3-394C-1EA1-1C01FF7C4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16" y="1521444"/>
            <a:ext cx="2835622" cy="400707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67A0C42-C8BA-0089-7462-1D7A37292C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615" y="1549605"/>
            <a:ext cx="2836977" cy="39534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472C87A-7EB6-0F5D-8E11-CB70B7E59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521443"/>
            <a:ext cx="2788920" cy="3948829"/>
          </a:xfrm>
          <a:prstGeom prst="rect">
            <a:avLst/>
          </a:prstGeom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D597ED8B-E6C7-11D9-E76E-F47E82DB70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299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313FF-E954-E53A-1C59-C60CD16384E0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/>
              <a:t>Primary </a:t>
            </a:r>
            <a:r>
              <a:rPr lang="en-US"/>
              <a:t>Artefact</a:t>
            </a:r>
            <a:r>
              <a:rPr lang="en-US" dirty="0"/>
              <a:t> (2/2)</a:t>
            </a:r>
            <a:endParaRPr lang="en-N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C45100-EFAE-B274-E3F7-92B37B6A09FD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4884420" y="1303384"/>
            <a:ext cx="6755892" cy="4663440"/>
          </a:xfrm>
        </p:spPr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sz="1800" dirty="0"/>
              <a:t>Qualitative + Quantitative testing scheme</a:t>
            </a:r>
            <a:endParaRPr lang="en-US"/>
          </a:p>
          <a:p>
            <a:pPr marL="285750" indent="-285750">
              <a:buChar char="•"/>
            </a:pPr>
            <a:r>
              <a:rPr lang="en-US" sz="1800" dirty="0"/>
              <a:t>Scripts convert input data, chunk, generate LLM report, convert to pdf, and save temporal and token metrics.</a:t>
            </a:r>
            <a:endParaRPr lang="en-NZ" sz="1800"/>
          </a:p>
          <a:p>
            <a:pPr marL="285750" indent="-285750">
              <a:buChar char="•"/>
            </a:pPr>
            <a:r>
              <a:rPr lang="en-NZ" sz="1800" dirty="0"/>
              <a:t>Performance data recorded in tandem</a:t>
            </a:r>
            <a:endParaRPr lang="en-NZ" sz="1800"/>
          </a:p>
          <a:p>
            <a:pPr marL="285750" indent="-285750">
              <a:buChar char="•"/>
            </a:pPr>
            <a:r>
              <a:rPr lang="en-NZ" sz="1800" dirty="0"/>
              <a:t>3 testers with 1 case file per tool each for averages.</a:t>
            </a:r>
            <a:endParaRPr lang="en-NZ" sz="1800"/>
          </a:p>
          <a:p>
            <a:pPr marL="285750" indent="-285750">
              <a:buChar char="•"/>
            </a:pPr>
            <a:r>
              <a:rPr lang="en-NZ" sz="1800" dirty="0"/>
              <a:t>Quantitative stats consolidated and formatted into graphs.</a:t>
            </a:r>
            <a:endParaRPr lang="en-NZ" sz="1800"/>
          </a:p>
          <a:p>
            <a:pPr marL="285750" indent="-285750">
              <a:buChar char="•"/>
            </a:pPr>
            <a:r>
              <a:rPr lang="en-NZ" sz="1800" dirty="0"/>
              <a:t>Qualitative assessments made by evaluating both reports on the same case file.</a:t>
            </a:r>
            <a:endParaRPr lang="en-US" sz="1800"/>
          </a:p>
          <a:p>
            <a:pPr marL="0" indent="0">
              <a:buNone/>
            </a:pPr>
            <a:endParaRPr lang="en-NZ" sz="1800" dirty="0"/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51B87803-B629-0600-BA1E-5CA0A04049A9}"/>
              </a:ext>
            </a:extLst>
          </p:cNvPr>
          <p:cNvPicPr>
            <a:picLocks noGrp="1" noChangeAspect="1"/>
          </p:cNvPicPr>
          <p:nvPr>
            <p:ph idx="101"/>
          </p:nvPr>
        </p:nvPicPr>
        <p:blipFill>
          <a:blip r:embed="rId2"/>
          <a:stretch>
            <a:fillRect/>
          </a:stretch>
        </p:blipFill>
        <p:spPr>
          <a:xfrm>
            <a:off x="548641" y="1395095"/>
            <a:ext cx="3707386" cy="42219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131F4-E0B6-4C7C-CEF0-BBD9CC3A29D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039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BE1D838-551E-F02F-E03E-292872157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NZ"/>
              <a:t>User Documentation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85999358-C296-6020-6BD2-0118E466C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8657" cy="4351338"/>
          </a:xfrm>
        </p:spPr>
        <p:txBody>
          <a:bodyPr/>
          <a:lstStyle/>
          <a:p>
            <a:r>
              <a:rPr lang="en-US" sz="2400" dirty="0"/>
              <a:t>The client closeout report contains manuals for every LLM-augmentation script.</a:t>
            </a:r>
          </a:p>
          <a:p>
            <a:r>
              <a:rPr lang="en-US" sz="2400" dirty="0"/>
              <a:t>This includes how to deploy a virtual environment, install the required prerequisites, and run the tools correctly.</a:t>
            </a:r>
          </a:p>
          <a:p>
            <a:r>
              <a:rPr lang="en-US" sz="2400" dirty="0"/>
              <a:t>Anyone can follow these instructions to employ the tools.</a:t>
            </a:r>
            <a:endParaRPr lang="en-NZ" sz="2400" dirty="0"/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AC3BE5E-A9B4-A48F-52F9-BC1B47B2D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0D39D1-BF25-4325-8B6A-8C8BD9005662}" type="slidenum">
              <a:rPr lang="en-NZ" smtClean="0"/>
              <a:t>14</a:t>
            </a:fld>
            <a:endParaRPr lang="en-NZ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8490EDA-6FF1-5B60-86B9-2345D5949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103" y="527671"/>
            <a:ext cx="4470697" cy="5802657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560030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02B5C-B27D-6C6E-451C-8B02F95036D0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Demonstration</a:t>
            </a:r>
            <a:endParaRPr lang="en-NZ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AB594F-AFCE-0D4B-5454-CC6B5ABC41E9}"/>
              </a:ext>
            </a:extLst>
          </p:cNvPr>
          <p:cNvSpPr txBox="1"/>
          <p:nvPr/>
        </p:nvSpPr>
        <p:spPr>
          <a:xfrm>
            <a:off x="551447" y="1453815"/>
            <a:ext cx="77062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Demonstrate scripts, troubleshooting methods, report comparison.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DD8BD-74ED-086F-0347-45B42D1E107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15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E431470-A6E7-2402-C4AC-F4500A7ED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30958"/>
            <a:ext cx="2597591" cy="36754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8CA2B34-38CB-6433-D901-05EAEC1909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951" y="2202445"/>
            <a:ext cx="2707149" cy="408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83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34D99-B52C-C74B-0D17-F75A6E57212F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Testing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5E64D-8438-7626-94A8-E0C546572830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pPr marL="285750" indent="-285750">
              <a:buChar char="•"/>
            </a:pPr>
            <a:r>
              <a:rPr lang="en-US" dirty="0"/>
              <a:t>Tested AI and conventional DFIR tools for viability</a:t>
            </a:r>
            <a:endParaRPr lang="en-NZ"/>
          </a:p>
          <a:p>
            <a:pPr marL="285750" indent="-285750">
              <a:buChar char="•"/>
            </a:pPr>
            <a:r>
              <a:rPr lang="en-NZ"/>
              <a:t>Tested</a:t>
            </a:r>
            <a:r>
              <a:rPr lang="en-NZ" dirty="0"/>
              <a:t> potential locally hosted LLMs, identifying emerging limitations</a:t>
            </a:r>
            <a:endParaRPr lang="en-NZ"/>
          </a:p>
          <a:p>
            <a:r>
              <a:rPr lang="en-NZ" dirty="0"/>
              <a:t>   (Qwen, Mistral, </a:t>
            </a:r>
            <a:r>
              <a:rPr lang="en-NZ" dirty="0" err="1"/>
              <a:t>Nemotron</a:t>
            </a:r>
            <a:r>
              <a:rPr lang="en-NZ" dirty="0"/>
              <a:t>)</a:t>
            </a:r>
          </a:p>
          <a:p>
            <a:pPr marL="285750" indent="-285750">
              <a:buChar char="•"/>
            </a:pPr>
            <a:r>
              <a:rPr lang="en-NZ" dirty="0"/>
              <a:t>Prompted solution to find context window</a:t>
            </a:r>
            <a:endParaRPr lang="en-NZ"/>
          </a:p>
          <a:p>
            <a:pPr marL="285750" indent="-285750">
              <a:buChar char="•"/>
            </a:pPr>
            <a:r>
              <a:rPr lang="en-NZ" dirty="0"/>
              <a:t>Testing context of modified models through token counter, </a:t>
            </a:r>
            <a:r>
              <a:rPr lang="en-NZ"/>
              <a:t>Ollama</a:t>
            </a:r>
            <a:r>
              <a:rPr lang="en-NZ" dirty="0"/>
              <a:t> </a:t>
            </a:r>
            <a:r>
              <a:rPr lang="en-NZ" dirty="0" err="1"/>
              <a:t>ps</a:t>
            </a:r>
            <a:endParaRPr lang="en-NZ"/>
          </a:p>
          <a:p>
            <a:pPr marL="285750" indent="-285750">
              <a:buChar char="•"/>
            </a:pPr>
            <a:r>
              <a:rPr lang="en-NZ" dirty="0"/>
              <a:t>Model parameters override global parameters</a:t>
            </a:r>
            <a:endParaRPr lang="en-NZ"/>
          </a:p>
          <a:p>
            <a:pPr marL="285750" indent="-285750">
              <a:buChar char="•"/>
            </a:pPr>
            <a:r>
              <a:rPr lang="en-NZ" dirty="0"/>
              <a:t>File cleanup line for identifying problems with conversion, context issues</a:t>
            </a:r>
            <a:endParaRPr lang="en-NZ"/>
          </a:p>
          <a:p>
            <a:pPr marL="285750" indent="-285750">
              <a:buChar char="•"/>
            </a:pPr>
            <a:r>
              <a:rPr lang="en-NZ" dirty="0"/>
              <a:t>Leaving </a:t>
            </a:r>
            <a:r>
              <a:rPr lang="en-NZ"/>
              <a:t>Ollama</a:t>
            </a:r>
            <a:r>
              <a:rPr lang="en-NZ" dirty="0"/>
              <a:t> verbose output on, problem with regular expression</a:t>
            </a:r>
            <a:endParaRPr lang="en-NZ"/>
          </a:p>
          <a:p>
            <a:pPr marL="285750" indent="-285750">
              <a:buChar char="•"/>
            </a:pPr>
            <a:r>
              <a:rPr lang="en-NZ" dirty="0"/>
              <a:t>Qualitative testing on report quality</a:t>
            </a:r>
            <a:endParaRPr lang="en-NZ"/>
          </a:p>
          <a:p>
            <a:pPr marL="285750" indent="-285750">
              <a:buChar char="•"/>
            </a:pPr>
            <a:r>
              <a:rPr lang="en-NZ" dirty="0"/>
              <a:t>Active hardware performance testing with </a:t>
            </a:r>
            <a:r>
              <a:rPr lang="en-NZ" dirty="0" err="1"/>
              <a:t>nvtop</a:t>
            </a:r>
            <a:r>
              <a:rPr lang="en-NZ" dirty="0"/>
              <a:t>, </a:t>
            </a:r>
            <a:r>
              <a:rPr lang="en-NZ" dirty="0" err="1"/>
              <a:t>htop</a:t>
            </a:r>
            <a:endParaRPr lang="en-NZ"/>
          </a:p>
          <a:p>
            <a:pPr marL="285750" indent="-285750">
              <a:buChar char="•"/>
            </a:pPr>
            <a:r>
              <a:rPr lang="en-NZ" dirty="0"/>
              <a:t>Hardware performance stats collected with </a:t>
            </a:r>
            <a:r>
              <a:rPr lang="en-NZ" dirty="0" err="1"/>
              <a:t>nvidia-smi</a:t>
            </a:r>
            <a:endParaRPr lang="en-NZ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781214-3E85-44CA-C8DC-77B50BB5E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212" y="654246"/>
            <a:ext cx="4154805" cy="537167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2DFB98-9874-0F6E-164D-ADB3DDDB333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0127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2BC61-CD0C-BF09-4292-47C6AF1B1677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Key Findings and Analysis</a:t>
            </a:r>
            <a:endParaRPr lang="en-N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4C3C8-91CB-1546-CDA4-6B35E549D9AB}"/>
              </a:ext>
            </a:extLst>
          </p:cNvPr>
          <p:cNvSpPr>
            <a:spLocks noGrp="1"/>
          </p:cNvSpPr>
          <p:nvPr>
            <p:ph type="body" idx="102"/>
          </p:nvPr>
        </p:nvSpPr>
        <p:spPr>
          <a:xfrm>
            <a:off x="548640" y="4622800"/>
            <a:ext cx="5303520" cy="1503680"/>
          </a:xfrm>
        </p:spPr>
        <p:txBody>
          <a:bodyPr/>
          <a:lstStyle/>
          <a:p>
            <a:r>
              <a:rPr lang="en-US" dirty="0"/>
              <a:t>Reasons include limited context, prompt chunking splitting data mid-record, one image per prompt, and reports limited to a fixed length.</a:t>
            </a:r>
            <a:endParaRPr lang="en-NZ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522CB0-C21E-50D2-BE2B-1A17CE7AA4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283281"/>
              </p:ext>
            </p:extLst>
          </p:nvPr>
        </p:nvGraphicFramePr>
        <p:xfrm>
          <a:off x="548641" y="2057400"/>
          <a:ext cx="5303520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9169">
                  <a:extLst>
                    <a:ext uri="{9D8B030D-6E8A-4147-A177-3AD203B41FA5}">
                      <a16:colId xmlns:a16="http://schemas.microsoft.com/office/drawing/2014/main" val="655412187"/>
                    </a:ext>
                  </a:extLst>
                </a:gridCol>
                <a:gridCol w="1783533">
                  <a:extLst>
                    <a:ext uri="{9D8B030D-6E8A-4147-A177-3AD203B41FA5}">
                      <a16:colId xmlns:a16="http://schemas.microsoft.com/office/drawing/2014/main" val="1810347195"/>
                    </a:ext>
                  </a:extLst>
                </a:gridCol>
                <a:gridCol w="1560818">
                  <a:extLst>
                    <a:ext uri="{9D8B030D-6E8A-4147-A177-3AD203B41FA5}">
                      <a16:colId xmlns:a16="http://schemas.microsoft.com/office/drawing/2014/main" val="312682573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LLM Successes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LLM Omissions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LLM Failings</a:t>
                      </a:r>
                      <a:endParaRPr lang="en-N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8960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Tool and evidence details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Per-file descriptions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Misattributed ports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473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Summaries, host identification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Limitations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Hallucinated packet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107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Speed</a:t>
                      </a:r>
                      <a:endParaRPr lang="en-NZ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Rejects corrupted images</a:t>
                      </a:r>
                      <a:endParaRPr lang="en-NZ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Missed “</a:t>
                      </a:r>
                      <a:r>
                        <a:rPr lang="en-US" dirty="0" err="1"/>
                        <a:t>iknowyourewatchingme</a:t>
                      </a:r>
                      <a:r>
                        <a:rPr lang="en-US" dirty="0"/>
                        <a:t>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723893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42B79-CD68-19C3-65D4-2BE9065950B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17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49B54C-37C4-5AB3-836F-32A220EE6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97" y="165100"/>
            <a:ext cx="3917494" cy="6189980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310119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906208-B8D7-7658-BDBB-1F399C091446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pPr algn="l"/>
            <a:r>
              <a:rPr lang="en-US"/>
              <a:t>Stats</a:t>
            </a:r>
            <a:endParaRPr lang="en-N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CE42E8-9419-3179-0F9D-B8CD142899E2}"/>
              </a:ext>
            </a:extLst>
          </p:cNvPr>
          <p:cNvSpPr>
            <a:spLocks noGrp="1"/>
          </p:cNvSpPr>
          <p:nvPr>
            <p:ph type="body" idx="102"/>
          </p:nvPr>
        </p:nvSpPr>
        <p:spPr/>
        <p:txBody>
          <a:bodyPr vert="horz" wrap="square" lIns="91440" tIns="45720" rIns="91440" bIns="45720" rtlCol="0" anchor="t">
            <a:normAutofit fontScale="25000" lnSpcReduction="20000"/>
          </a:bodyPr>
          <a:lstStyle/>
          <a:p>
            <a:r>
              <a:rPr lang="en-US"/>
              <a:t>8.23 </a:t>
            </a:r>
            <a:r>
              <a:rPr lang="en-US" err="1"/>
              <a:t>hrs</a:t>
            </a:r>
            <a:endParaRPr lang="en-US"/>
          </a:p>
          <a:p>
            <a:r>
              <a:rPr lang="en-US"/>
              <a:t>(2-21.5 </a:t>
            </a:r>
            <a:r>
              <a:rPr lang="en-US" err="1"/>
              <a:t>hrs</a:t>
            </a:r>
            <a:r>
              <a:rPr lang="en-US"/>
              <a:t>) 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FF18DA-C768-E7E7-97DA-55C316B1706F}"/>
              </a:ext>
            </a:extLst>
          </p:cNvPr>
          <p:cNvSpPr>
            <a:spLocks noGrp="1"/>
          </p:cNvSpPr>
          <p:nvPr>
            <p:ph type="body" idx="103"/>
          </p:nvPr>
        </p:nvSpPr>
        <p:spPr/>
        <p:txBody>
          <a:bodyPr>
            <a:normAutofit/>
          </a:bodyPr>
          <a:lstStyle/>
          <a:p>
            <a:r>
              <a:rPr lang="en-US"/>
              <a:t>Human report time</a:t>
            </a:r>
            <a:endParaRPr lang="en-NZ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79DD065-03FB-D8B8-DBC4-C9DCF762B477}"/>
              </a:ext>
            </a:extLst>
          </p:cNvPr>
          <p:cNvSpPr>
            <a:spLocks noGrp="1"/>
          </p:cNvSpPr>
          <p:nvPr>
            <p:ph type="body" idx="110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Average (mean) time for a human analyst to create a report</a:t>
            </a:r>
            <a:endParaRPr lang="en-NZ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A1E740-03EE-F3C5-3EBC-1A6C705859B6}"/>
              </a:ext>
            </a:extLst>
          </p:cNvPr>
          <p:cNvSpPr>
            <a:spLocks noGrp="1"/>
          </p:cNvSpPr>
          <p:nvPr>
            <p:ph type="body" idx="11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NZ" dirty="0"/>
              <a:t>Average (mean) time for the LLM to create a report</a:t>
            </a:r>
            <a:endParaRPr lang="en-NZ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C6B0386-8755-F1E2-3B9C-E5BF007D17C6}"/>
              </a:ext>
            </a:extLst>
          </p:cNvPr>
          <p:cNvSpPr>
            <a:spLocks noGrp="1"/>
          </p:cNvSpPr>
          <p:nvPr>
            <p:ph type="body" idx="112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endParaRPr lang="en-US" dirty="0"/>
          </a:p>
          <a:p>
            <a:r>
              <a:rPr lang="en-US" dirty="0"/>
              <a:t>Average (mean) time to write the Python script for the LLM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E867941-64F2-B11B-0067-49B13398E00B}"/>
              </a:ext>
            </a:extLst>
          </p:cNvPr>
          <p:cNvSpPr>
            <a:spLocks noGrp="1"/>
          </p:cNvSpPr>
          <p:nvPr>
            <p:ph type="body" idx="113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NZ" dirty="0"/>
              <a:t>Number of reports and time it takes for </a:t>
            </a:r>
            <a:endParaRPr lang="en-NZ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3473090-07F0-516B-F211-7D84EBBD509C}"/>
              </a:ext>
            </a:extLst>
          </p:cNvPr>
          <p:cNvSpPr>
            <a:spLocks noGrp="1"/>
          </p:cNvSpPr>
          <p:nvPr>
            <p:ph type="body" idx="115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600"/>
              <a:t>50.75s </a:t>
            </a:r>
          </a:p>
          <a:p>
            <a:r>
              <a:rPr lang="en-US" sz="5600"/>
              <a:t>(21.06-83.52s)</a:t>
            </a:r>
          </a:p>
          <a:p>
            <a:endParaRPr lang="en-NZ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9CC936A-D683-57C3-1473-5E694FD7345B}"/>
              </a:ext>
            </a:extLst>
          </p:cNvPr>
          <p:cNvSpPr>
            <a:spLocks noGrp="1"/>
          </p:cNvSpPr>
          <p:nvPr>
            <p:ph type="body" idx="116"/>
          </p:nvPr>
        </p:nvSpPr>
        <p:spPr/>
        <p:txBody>
          <a:bodyPr/>
          <a:lstStyle/>
          <a:p>
            <a:r>
              <a:rPr lang="en-US"/>
              <a:t>LLM Report time</a:t>
            </a:r>
            <a:endParaRPr lang="en-NZ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D6840905-C90C-38F9-C132-21801C027628}"/>
              </a:ext>
            </a:extLst>
          </p:cNvPr>
          <p:cNvSpPr>
            <a:spLocks noGrp="1"/>
          </p:cNvSpPr>
          <p:nvPr>
            <p:ph type="body" idx="117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5600"/>
              <a:t>21.17 </a:t>
            </a:r>
            <a:r>
              <a:rPr lang="en-US" sz="5600" err="1"/>
              <a:t>hrs</a:t>
            </a:r>
            <a:r>
              <a:rPr lang="en-US" sz="5600"/>
              <a:t> </a:t>
            </a:r>
          </a:p>
          <a:p>
            <a:r>
              <a:rPr lang="en-US" sz="5600"/>
              <a:t>(13-31.5 </a:t>
            </a:r>
            <a:r>
              <a:rPr lang="en-US" sz="5600" err="1"/>
              <a:t>hrs</a:t>
            </a:r>
            <a:r>
              <a:rPr lang="en-US" sz="5600"/>
              <a:t>)</a:t>
            </a:r>
            <a:endParaRPr lang="en-NZ" sz="5600"/>
          </a:p>
          <a:p>
            <a:endParaRPr lang="en-NZ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53A1A9C-70D2-F043-CF87-AA7878C7A923}"/>
              </a:ext>
            </a:extLst>
          </p:cNvPr>
          <p:cNvSpPr>
            <a:spLocks noGrp="1"/>
          </p:cNvSpPr>
          <p:nvPr>
            <p:ph type="body" idx="118"/>
          </p:nvPr>
        </p:nvSpPr>
        <p:spPr/>
        <p:txBody>
          <a:bodyPr>
            <a:normAutofit fontScale="92500"/>
          </a:bodyPr>
          <a:lstStyle/>
          <a:p>
            <a:r>
              <a:rPr lang="en-US"/>
              <a:t>Script development time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9D4F5A11-E38A-8783-3A49-C205227A76EC}"/>
              </a:ext>
            </a:extLst>
          </p:cNvPr>
          <p:cNvSpPr>
            <a:spLocks noGrp="1"/>
          </p:cNvSpPr>
          <p:nvPr>
            <p:ph type="body" idx="119"/>
          </p:nvPr>
        </p:nvSpPr>
        <p:spPr/>
        <p:txBody>
          <a:bodyPr>
            <a:normAutofit/>
          </a:bodyPr>
          <a:lstStyle/>
          <a:p>
            <a:r>
              <a:rPr lang="en-US" sz="1400" dirty="0"/>
              <a:t>2.58 reports, 21.2 hours</a:t>
            </a:r>
          </a:p>
          <a:p>
            <a:endParaRPr lang="en-NZ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E5E566E-16D7-723B-F080-F1575B027BFE}"/>
              </a:ext>
            </a:extLst>
          </p:cNvPr>
          <p:cNvSpPr>
            <a:spLocks noGrp="1"/>
          </p:cNvSpPr>
          <p:nvPr>
            <p:ph type="body" idx="120"/>
          </p:nvPr>
        </p:nvSpPr>
        <p:spPr/>
        <p:txBody>
          <a:bodyPr/>
          <a:lstStyle/>
          <a:p>
            <a:r>
              <a:rPr lang="en-US"/>
              <a:t>Break-even</a:t>
            </a:r>
            <a:endParaRPr lang="en-NZ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EBAE2D-97C4-07D7-8ED2-CAAE086D4E1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18</a:t>
            </a:fld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0EC537A-0738-9E7E-C940-6E15E145D1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27" r="817"/>
          <a:stretch>
            <a:fillRect/>
          </a:stretch>
        </p:blipFill>
        <p:spPr>
          <a:xfrm>
            <a:off x="5569752" y="1525726"/>
            <a:ext cx="6455993" cy="4254376"/>
          </a:xfrm>
          <a:prstGeom prst="rect">
            <a:avLst/>
          </a:prstGeom>
          <a:ln w="38100">
            <a:solidFill>
              <a:schemeClr val="accent2"/>
            </a:solidFill>
          </a:ln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40592925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BF37232-A82E-1F3C-473C-3C4744A226B8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Conclusion and Recommendations</a:t>
            </a:r>
            <a:endParaRPr lang="en-N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543720-3B82-82A1-B21A-DBE0175F8D55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b="1" dirty="0"/>
              <a:t>Conclusions</a:t>
            </a:r>
          </a:p>
          <a:p>
            <a:pPr marL="285750" indent="-285750">
              <a:buChar char="•"/>
            </a:pPr>
            <a:r>
              <a:rPr lang="en-US" dirty="0"/>
              <a:t>LLM reporting is best used as IR triage, and quick first-pass summaries. Good for “finding a thread to pull” 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Less useful where integrity, traceability, and completeness matter. Output needs expert validation (DF).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Provisioning, deploying local LLM-enhanced DFIR solution in small business-enterprise environments is realistic.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Initial time investment to produce LLM-augmentation scripts an inconsequential consideration.</a:t>
            </a:r>
            <a:endParaRPr lang="en-US"/>
          </a:p>
          <a:p>
            <a:r>
              <a:rPr lang="en-US" b="1" dirty="0"/>
              <a:t>Recommendations</a:t>
            </a:r>
          </a:p>
          <a:p>
            <a:pPr marL="285750" indent="-285750">
              <a:buFont typeface="Arial"/>
              <a:buChar char="•"/>
            </a:pPr>
            <a:r>
              <a:rPr lang="en-US" dirty="0"/>
              <a:t>Avoid XML for Nmap</a:t>
            </a:r>
            <a:endParaRPr lang="en-NZ"/>
          </a:p>
          <a:p>
            <a:pPr marL="285750" indent="-285750">
              <a:buFont typeface="Arial"/>
              <a:buChar char="•"/>
            </a:pPr>
            <a:r>
              <a:rPr lang="en-NZ" dirty="0"/>
              <a:t>Use CSV for </a:t>
            </a:r>
            <a:r>
              <a:rPr lang="en-NZ" dirty="0" err="1"/>
              <a:t>Pcaps</a:t>
            </a:r>
            <a:endParaRPr lang="en-NZ"/>
          </a:p>
          <a:p>
            <a:pPr marL="285750" indent="-285750">
              <a:buFont typeface="Arial"/>
              <a:buChar char="•"/>
            </a:pPr>
            <a:r>
              <a:rPr lang="en-NZ"/>
              <a:t>Keep thinking on if prompt chunking</a:t>
            </a:r>
          </a:p>
          <a:p>
            <a:pPr marL="285750" indent="-285750">
              <a:buFont typeface="Arial"/>
              <a:buChar char="•"/>
            </a:pPr>
            <a:r>
              <a:rPr lang="en-NZ"/>
              <a:t>Use Gemma4:26b</a:t>
            </a:r>
          </a:p>
          <a:p>
            <a:pPr marL="285750" indent="-285750">
              <a:buFont typeface="Arial"/>
              <a:buChar char="•"/>
            </a:pPr>
            <a:endParaRPr lang="en-NZ"/>
          </a:p>
          <a:p>
            <a:pPr marL="285750" indent="-285750">
              <a:buFont typeface="Arial"/>
              <a:buChar char="•"/>
            </a:pPr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2FE1B3-198E-AD83-D63B-FB028456013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615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FFB59-642D-1360-93E1-B6A36C65C39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Client Review and Satisfaction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6C58C-A390-F67E-B87D-F3B2F50E0601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 vert="horz" wrap="square" lIns="91440" tIns="45720" rIns="91440" bIns="45720" rtlCol="0" anchor="t">
            <a:normAutofit/>
          </a:bodyPr>
          <a:lstStyle/>
          <a:p>
            <a:r>
              <a:rPr lang="en-US" dirty="0"/>
              <a:t>When </a:t>
            </a:r>
            <a:r>
              <a:rPr lang="en-US"/>
              <a:t>our client was </a:t>
            </a:r>
            <a:r>
              <a:rPr lang="en-US" dirty="0"/>
              <a:t>asked if </a:t>
            </a:r>
            <a:r>
              <a:rPr lang="en-US"/>
              <a:t>they were </a:t>
            </a:r>
            <a:r>
              <a:rPr lang="en-US" dirty="0"/>
              <a:t>happy with the project </a:t>
            </a:r>
            <a:r>
              <a:rPr lang="en-US"/>
              <a:t>they</a:t>
            </a:r>
            <a:r>
              <a:rPr lang="en-US" dirty="0"/>
              <a:t> replied</a:t>
            </a:r>
            <a:r>
              <a:rPr lang="en-US"/>
              <a:t>,</a:t>
            </a:r>
            <a:r>
              <a:rPr lang="en-US" dirty="0"/>
              <a:t> "</a:t>
            </a:r>
            <a:r>
              <a:rPr lang="en-US" i="1"/>
              <a:t>Yes very much so, I am very pleased with the work you guys have done.</a:t>
            </a:r>
            <a:r>
              <a:rPr lang="en-US"/>
              <a:t>"</a:t>
            </a:r>
            <a:endParaRPr lang="en-US" dirty="0"/>
          </a:p>
          <a:p>
            <a:endParaRPr lang="en-US" dirty="0"/>
          </a:p>
          <a:p>
            <a:r>
              <a:rPr lang="en-US"/>
              <a:t>Other indicative quotes during our</a:t>
            </a:r>
            <a:r>
              <a:rPr lang="en-US" dirty="0"/>
              <a:t> client presentation:</a:t>
            </a:r>
          </a:p>
          <a:p>
            <a:pPr marL="971550" lvl="1"/>
            <a:r>
              <a:rPr lang="en-US" sz="1800"/>
              <a:t>"</a:t>
            </a:r>
            <a:r>
              <a:rPr lang="en-US" sz="1800" i="1"/>
              <a:t>You’ve done a fantastic job on this project.</a:t>
            </a:r>
            <a:r>
              <a:rPr lang="en-US" sz="1800"/>
              <a:t>"</a:t>
            </a:r>
          </a:p>
          <a:p>
            <a:pPr marL="971550" lvl="1"/>
            <a:r>
              <a:rPr lang="en-US" sz="1800"/>
              <a:t>"</a:t>
            </a:r>
            <a:r>
              <a:rPr lang="en-US" sz="1800" i="1"/>
              <a:t>The thing I'm doing with that Neuromancer game has come from your project</a:t>
            </a:r>
            <a:r>
              <a:rPr lang="en-US" sz="1800"/>
              <a:t>"</a:t>
            </a:r>
          </a:p>
          <a:p>
            <a:pPr marL="971550"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224D7-FED6-DF7B-F8BD-9CC0A5582D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000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D656A-3CEC-BED5-96D3-70C3E61432DA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Future Work and Remaining tasks</a:t>
            </a:r>
            <a:endParaRPr lang="en-N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98650-1C93-F325-AC21-F89482EDBAF8}"/>
              </a:ext>
            </a:extLst>
          </p:cNvPr>
          <p:cNvSpPr>
            <a:spLocks noGrp="1"/>
          </p:cNvSpPr>
          <p:nvPr>
            <p:ph type="body" idx="101"/>
          </p:nvPr>
        </p:nvSpPr>
        <p:spPr/>
        <p:txBody>
          <a:bodyPr vert="horz" wrap="square" lIns="91440" tIns="45720" rIns="91440" bIns="45720" rtlCol="0" anchor="t">
            <a:normAutofit lnSpcReduction="10000"/>
          </a:bodyPr>
          <a:lstStyle/>
          <a:p>
            <a:r>
              <a:rPr lang="en-US" b="1"/>
              <a:t>Additional testing with Geoff</a:t>
            </a:r>
          </a:p>
          <a:p>
            <a:pPr marL="285750" indent="-285750">
              <a:buChar char="•"/>
            </a:pPr>
            <a:r>
              <a:rPr lang="en-US" dirty="0"/>
              <a:t>Post panel work with Geoff using frontier models.</a:t>
            </a:r>
            <a:endParaRPr lang="en-US"/>
          </a:p>
          <a:p>
            <a:pPr marL="285750" indent="-285750">
              <a:buChar char="•"/>
            </a:pPr>
            <a:r>
              <a:rPr lang="en-US" dirty="0"/>
              <a:t>Hardware installation/configuration week 17</a:t>
            </a:r>
            <a:endParaRPr lang="en-US"/>
          </a:p>
          <a:p>
            <a:pPr marL="285750" indent="-285750">
              <a:buChar char="•"/>
            </a:pPr>
            <a:r>
              <a:rPr lang="en-US" dirty="0"/>
              <a:t>Development/testing week 17/18</a:t>
            </a:r>
            <a:endParaRPr lang="en-US"/>
          </a:p>
          <a:p>
            <a:endParaRPr lang="en-US" dirty="0"/>
          </a:p>
          <a:p>
            <a:r>
              <a:rPr lang="en-US" b="1"/>
              <a:t>For future research</a:t>
            </a:r>
          </a:p>
          <a:p>
            <a:pPr marL="285750" indent="-285750">
              <a:buChar char="•"/>
            </a:pPr>
            <a:r>
              <a:rPr lang="en-US" dirty="0"/>
              <a:t>Larger number of prompt chunks on larger datasets.</a:t>
            </a:r>
            <a:endParaRPr lang="en-US"/>
          </a:p>
          <a:p>
            <a:pPr marL="285750" indent="-285750">
              <a:buChar char="•"/>
            </a:pPr>
            <a:r>
              <a:rPr lang="en-US" dirty="0"/>
              <a:t>LLM Augmenting and research focused on a single tool, improving focus and quality of  research. (Wireshark deep packet inspection)</a:t>
            </a:r>
            <a:endParaRPr lang="en-US"/>
          </a:p>
          <a:p>
            <a:pPr marL="285750" indent="-285750">
              <a:buChar char="•"/>
            </a:pPr>
            <a:r>
              <a:rPr lang="en-US" dirty="0"/>
              <a:t>Expanding the Foremost script to inspect and describe each file, rather than just working off the output.txt. </a:t>
            </a:r>
            <a:endParaRPr lang="en-US"/>
          </a:p>
          <a:p>
            <a:pPr marL="285750" indent="-285750">
              <a:buChar char="•"/>
            </a:pPr>
            <a:r>
              <a:rPr lang="en-US" dirty="0"/>
              <a:t>Dynamic chunking, automatically setting the amount of chunks based on </a:t>
            </a:r>
            <a:r>
              <a:rPr lang="en-US" dirty="0" err="1"/>
              <a:t>filesize</a:t>
            </a:r>
            <a:r>
              <a:rPr lang="en-US" dirty="0"/>
              <a:t> and context limit.</a:t>
            </a:r>
            <a:endParaRPr lang="en-US"/>
          </a:p>
          <a:p>
            <a:pPr marL="285750" indent="-285750">
              <a:buChar char="•"/>
            </a:pPr>
            <a:r>
              <a:rPr lang="en-US"/>
              <a:t>Hybridized </a:t>
            </a:r>
            <a:r>
              <a:rPr lang="en-US" dirty="0"/>
              <a:t>testing scheme</a:t>
            </a:r>
            <a:endParaRPr lang="en-US"/>
          </a:p>
          <a:p>
            <a:pPr marL="285750" indent="-285750">
              <a:buChar char="•"/>
            </a:pPr>
            <a:r>
              <a:rPr lang="en-US"/>
              <a:t> Further investigation into corrupted content/specific limitations of vision models.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30AAB5-4E15-6311-319F-40C936CD610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370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B5A14-BEB6-ABDD-4AE2-4118259CB344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/>
              <a:t> Questions?</a:t>
            </a:r>
            <a:endParaRPr lang="en-NZ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F350F77-DFC1-C1C1-2BCE-546AF5181555}"/>
              </a:ext>
            </a:extLst>
          </p:cNvPr>
          <p:cNvSpPr txBox="1">
            <a:spLocks/>
          </p:cNvSpPr>
          <p:nvPr/>
        </p:nvSpPr>
        <p:spPr>
          <a:xfrm>
            <a:off x="1056995" y="4387285"/>
            <a:ext cx="10058400" cy="1913446"/>
          </a:xfrm>
          <a:prstGeom prst="rect">
            <a:avLst/>
          </a:prstGeom>
          <a:noFill/>
          <a:ln/>
        </p:spPr>
        <p:txBody>
          <a:bodyPr vert="horz" wrap="square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300" b="1" kern="0" spc="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That’s all folks!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FB81CC-0EE4-D02C-7E2D-A4391451EC5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667512" cy="320040"/>
          </a:xfrm>
        </p:spPr>
        <p:txBody>
          <a:bodyPr/>
          <a:lstStyle/>
          <a:p>
            <a:pPr algn="r"/>
            <a:fld id="{F7021451-1387-4CA6-816F-3879F97B5CBC}" type="slidenum">
              <a:rPr lang="en-US" b="0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734016"/>
      </p:ext>
    </p:extLst>
  </p:cSld>
  <p:clrMapOvr>
    <a:masterClrMapping/>
  </p:clrMapOvr>
</p:sld>
</file>

<file path=ppt/theme/theme1.xml><?xml version="1.0" encoding="utf-8"?>
<a:theme xmlns:a="http://schemas.openxmlformats.org/drawingml/2006/main" name="BHB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1495</Words>
  <Application>Microsoft Office PowerPoint</Application>
  <PresentationFormat>Widescreen</PresentationFormat>
  <Paragraphs>242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Arial</vt:lpstr>
      <vt:lpstr>BHB</vt:lpstr>
      <vt:lpstr>Default</vt:lpstr>
      <vt:lpstr>AI-Enhanced vs Legacy Digital Forensics and Investigation Tools – A Comparative Efficacy Analysis</vt:lpstr>
      <vt:lpstr>Presentation Content </vt:lpstr>
      <vt:lpstr>Background and Problem</vt:lpstr>
      <vt:lpstr>Key Milestones</vt:lpstr>
      <vt:lpstr>Changes and How They Were Managed</vt:lpstr>
      <vt:lpstr>Methodology</vt:lpstr>
      <vt:lpstr>Development, Research, Tools, and Technologies</vt:lpstr>
      <vt:lpstr>Tools (Investigative)</vt:lpstr>
      <vt:lpstr>Tools (Development) </vt:lpstr>
      <vt:lpstr>Tools (LLMs)</vt:lpstr>
      <vt:lpstr>Tools (LLM-Augmentation Scripts)</vt:lpstr>
      <vt:lpstr>Primary Artefact (1/2)</vt:lpstr>
      <vt:lpstr>Primary Artefact (2/2)</vt:lpstr>
      <vt:lpstr>User Documentation</vt:lpstr>
      <vt:lpstr>Demonstration</vt:lpstr>
      <vt:lpstr>Testing</vt:lpstr>
      <vt:lpstr>Key Findings and Analysis</vt:lpstr>
      <vt:lpstr>Stats</vt:lpstr>
      <vt:lpstr>Conclusion and Recommendations</vt:lpstr>
      <vt:lpstr>Client Review and Satisfaction</vt:lpstr>
      <vt:lpstr>Future Work and Remaining tasks</vt:lpstr>
      <vt:lpstr>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Sushames</dc:creator>
  <cp:lastModifiedBy>Dave Sushames</cp:lastModifiedBy>
  <cp:revision>1</cp:revision>
  <dcterms:created xsi:type="dcterms:W3CDTF">2026-10-07T02:20:35Z</dcterms:created>
  <dcterms:modified xsi:type="dcterms:W3CDTF">2026-10-31T01:53:59Z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e7f387-1815-4007-b22e-dbfac1fba8aa_Enabled">
    <vt:lpwstr>true</vt:lpwstr>
  </property>
  <property fmtid="{D5CDD505-2E9C-101B-9397-08002B2CF9AE}" pid="3" name="MSIP_Label_46e7f387-1815-4007-b22e-dbfac1fba8aa_SetDate">
    <vt:lpwstr>2026-10-07T03:39:15Z</vt:lpwstr>
  </property>
  <property fmtid="{D5CDD505-2E9C-101B-9397-08002B2CF9AE}" pid="4" name="MSIP_Label_46e7f387-1815-4007-b22e-dbfac1fba8aa_Method">
    <vt:lpwstr>Standard</vt:lpwstr>
  </property>
  <property fmtid="{D5CDD505-2E9C-101B-9397-08002B2CF9AE}" pid="5" name="MSIP_Label_46e7f387-1815-4007-b22e-dbfac1fba8aa_Name">
    <vt:lpwstr>defa4170-0d19-0005-0004-bc88714345d2</vt:lpwstr>
  </property>
  <property fmtid="{D5CDD505-2E9C-101B-9397-08002B2CF9AE}" pid="6" name="MSIP_Label_46e7f387-1815-4007-b22e-dbfac1fba8aa_SiteId">
    <vt:lpwstr>1ae31382-9a17-4ce4-b300-161b0fa8f4b8</vt:lpwstr>
  </property>
  <property fmtid="{D5CDD505-2E9C-101B-9397-08002B2CF9AE}" pid="7" name="MSIP_Label_46e7f387-1815-4007-b22e-dbfac1fba8aa_ActionId">
    <vt:lpwstr>068e7085-ba34-44fd-afb8-f8541f3a812d</vt:lpwstr>
  </property>
  <property fmtid="{D5CDD505-2E9C-101B-9397-08002B2CF9AE}" pid="8" name="MSIP_Label_46e7f387-1815-4007-b22e-dbfac1fba8aa_ContentBits">
    <vt:lpwstr>0</vt:lpwstr>
  </property>
  <property fmtid="{D5CDD505-2E9C-101B-9397-08002B2CF9AE}" pid="9" name="MSIP_Label_46e7f387-1815-4007-b22e-dbfac1fba8aa_Tag">
    <vt:lpwstr>10, 3, 0, 1</vt:lpwstr>
  </property>
</Properties>
</file>