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72" r:id="rId5"/>
    <p:sldId id="258" r:id="rId6"/>
    <p:sldId id="259" r:id="rId7"/>
    <p:sldId id="275" r:id="rId8"/>
    <p:sldId id="274" r:id="rId9"/>
    <p:sldId id="260" r:id="rId10"/>
    <p:sldId id="261" r:id="rId11"/>
    <p:sldId id="262" r:id="rId12"/>
    <p:sldId id="266" r:id="rId13"/>
    <p:sldId id="273" r:id="rId14"/>
    <p:sldId id="267" r:id="rId15"/>
    <p:sldId id="26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modSld sldOrd addMainMaster delMainMaster modMainMaster">
      <pc:chgData name="Dave Sushames" userId="ce71797e-895c-47df-af8e-c160254d5cef" providerId="ADAL" clId="{067FCE3D-3D41-4548-936F-F0A348C85C95}" dt="2026-10-27T04:21:21.163" v="578" actId="20577"/>
      <pc:docMkLst>
        <pc:docMk/>
      </pc:docMkLst>
      <pc:sldChg chg="modSp mod modClrScheme chgLayout">
        <pc:chgData name="Dave Sushames" userId="ce71797e-895c-47df-af8e-c160254d5cef" providerId="ADAL" clId="{067FCE3D-3D41-4548-936F-F0A348C85C95}" dt="2026-10-09T05:45:50.894" v="104" actId="27636"/>
        <pc:sldMkLst>
          <pc:docMk/>
          <pc:sldMk cId="1897239194" sldId="256"/>
        </pc:sldMkLst>
        <pc:spChg chg="mod ord">
          <ac:chgData name="Dave Sushames" userId="ce71797e-895c-47df-af8e-c160254d5cef" providerId="ADAL" clId="{067FCE3D-3D41-4548-936F-F0A348C85C95}" dt="2026-10-09T05:45:50.893" v="103" actId="27636"/>
          <ac:spMkLst>
            <pc:docMk/>
            <pc:sldMk cId="1897239194" sldId="256"/>
            <ac:spMk id="2" creationId="{1B5CDCA1-D936-1DB6-2DBE-49023B1E8C09}"/>
          </ac:spMkLst>
        </pc:spChg>
        <pc:spChg chg="mod ord">
          <ac:chgData name="Dave Sushames" userId="ce71797e-895c-47df-af8e-c160254d5cef" providerId="ADAL" clId="{067FCE3D-3D41-4548-936F-F0A348C85C95}" dt="2026-10-09T05:45:50.894" v="104" actId="27636"/>
          <ac:spMkLst>
            <pc:docMk/>
            <pc:sldMk cId="1897239194" sldId="256"/>
            <ac:spMk id="3" creationId="{81365BE2-E307-AADF-D364-479945C4ED39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25T05:37:19.750" v="458" actId="20577"/>
        <pc:sldMkLst>
          <pc:docMk/>
          <pc:sldMk cId="3469609952" sldId="257"/>
        </pc:sldMkLst>
        <pc:spChg chg="mod ord">
          <ac:chgData name="Dave Sushames" userId="ce71797e-895c-47df-af8e-c160254d5cef" providerId="ADAL" clId="{067FCE3D-3D41-4548-936F-F0A348C85C95}" dt="2026-10-09T05:49:05.674" v="131" actId="700"/>
          <ac:spMkLst>
            <pc:docMk/>
            <pc:sldMk cId="3469609952" sldId="257"/>
            <ac:spMk id="2" creationId="{96CD0C4F-887A-07B1-5448-816B605B3E0A}"/>
          </ac:spMkLst>
        </pc:spChg>
        <pc:spChg chg="mod ord">
          <ac:chgData name="Dave Sushames" userId="ce71797e-895c-47df-af8e-c160254d5cef" providerId="ADAL" clId="{067FCE3D-3D41-4548-936F-F0A348C85C95}" dt="2026-10-25T05:37:19.750" v="458" actId="20577"/>
          <ac:spMkLst>
            <pc:docMk/>
            <pc:sldMk cId="3469609952" sldId="257"/>
            <ac:spMk id="3" creationId="{98B2709F-7092-C4DF-2680-CEE381877C3F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25T05:37:36.961" v="459" actId="20577"/>
        <pc:sldMkLst>
          <pc:docMk/>
          <pc:sldMk cId="2914373187" sldId="258"/>
        </pc:sldMkLst>
        <pc:spChg chg="mod ord">
          <ac:chgData name="Dave Sushames" userId="ce71797e-895c-47df-af8e-c160254d5cef" providerId="ADAL" clId="{067FCE3D-3D41-4548-936F-F0A348C85C95}" dt="2026-10-09T05:45:58.550" v="106" actId="700"/>
          <ac:spMkLst>
            <pc:docMk/>
            <pc:sldMk cId="2914373187" sldId="258"/>
            <ac:spMk id="2" creationId="{DBC94768-B7FF-A195-8FEB-E6C3518C91F1}"/>
          </ac:spMkLst>
        </pc:spChg>
        <pc:spChg chg="mod ord">
          <ac:chgData name="Dave Sushames" userId="ce71797e-895c-47df-af8e-c160254d5cef" providerId="ADAL" clId="{067FCE3D-3D41-4548-936F-F0A348C85C95}" dt="2026-10-25T05:37:36.961" v="459" actId="20577"/>
          <ac:spMkLst>
            <pc:docMk/>
            <pc:sldMk cId="2914373187" sldId="258"/>
            <ac:spMk id="3" creationId="{4CA4FAD2-2AC0-60FF-6FA2-9F801ED04B8C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5:55:58.188" v="137" actId="22"/>
        <pc:sldMkLst>
          <pc:docMk/>
          <pc:sldMk cId="1873885871" sldId="259"/>
        </pc:sldMkLst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2" creationId="{54E3A267-86E4-EC9F-B6B6-A7DCCABDBE12}"/>
          </ac:spMkLst>
        </pc:spChg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3" creationId="{052098D0-DD9A-E09A-83DC-15F697CC3E8F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07.836" v="108" actId="700"/>
        <pc:sldMkLst>
          <pc:docMk/>
          <pc:sldMk cId="1508039378" sldId="260"/>
        </pc:sldMkLst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2" creationId="{F82313FF-E954-E53A-1C59-C60CD16384E0}"/>
          </ac:spMkLst>
        </pc:spChg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3" creationId="{AFC45100-EFAE-B274-E3F7-92B37B6A09FD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18.349" v="109" actId="700"/>
        <pc:sldMkLst>
          <pc:docMk/>
          <pc:sldMk cId="206983872" sldId="261"/>
        </pc:sldMkLst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2" creationId="{EAA02B5C-B27D-6C6E-451C-8B02F95036D0}"/>
          </ac:spMkLst>
        </pc:spChg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3" creationId="{FE549885-A9A1-369F-3247-E889A85FD01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22.320" v="110" actId="700"/>
        <pc:sldMkLst>
          <pc:docMk/>
          <pc:sldMk cId="2510012706" sldId="262"/>
        </pc:sldMkLst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2" creationId="{34634D99-B52C-C74B-0D17-F75A6E57212F}"/>
          </ac:spMkLst>
        </pc:spChg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3" creationId="{0B65E64D-8438-7626-94A8-E0C546572830}"/>
          </ac:spMkLst>
        </pc:spChg>
      </pc:sldChg>
      <pc:sldChg chg="addSp modSp mod modClrScheme chgLayout">
        <pc:chgData name="Dave Sushames" userId="ce71797e-895c-47df-af8e-c160254d5cef" providerId="ADAL" clId="{067FCE3D-3D41-4548-936F-F0A348C85C95}" dt="2026-10-09T05:46:28.308" v="112" actId="27636"/>
        <pc:sldMkLst>
          <pc:docMk/>
          <pc:sldMk cId="1310119030" sldId="266"/>
        </pc:sldMkLst>
        <pc:spChg chg="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2" creationId="{DEA2BC61-CD0C-BF09-4292-47C6AF1B1677}"/>
          </ac:spMkLst>
        </pc:spChg>
        <pc:spChg chg="mod ord">
          <ac:chgData name="Dave Sushames" userId="ce71797e-895c-47df-af8e-c160254d5cef" providerId="ADAL" clId="{067FCE3D-3D41-4548-936F-F0A348C85C95}" dt="2026-10-09T05:46:28.308" v="112" actId="27636"/>
          <ac:spMkLst>
            <pc:docMk/>
            <pc:sldMk cId="1310119030" sldId="266"/>
            <ac:spMk id="3" creationId="{4304F670-7D8D-7CDE-7CD8-6AD8A676A540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4" creationId="{42E4C3C8-91CB-1546-CDA4-6B35E549D9AB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5" creationId="{0508DD0F-39AE-1378-C7C4-DA5DE6A6C0A8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6" creationId="{DADF47C6-8D48-5608-3A1B-36826A3769F6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38.210" v="113" actId="700"/>
        <pc:sldMkLst>
          <pc:docMk/>
          <pc:sldMk cId="3646000603" sldId="267"/>
        </pc:sldMkLst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2" creationId="{38FFFB59-642D-1360-93E1-B6A36C65C39A}"/>
          </ac:spMkLst>
        </pc:spChg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3" creationId="{0906C58C-A390-F67E-B87D-F3B2F50E060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41.882" v="114" actId="700"/>
        <pc:sldMkLst>
          <pc:docMk/>
          <pc:sldMk cId="1822370155" sldId="269"/>
        </pc:sldMkLst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2" creationId="{32FD656A-3CEC-BED5-96D3-70C3E61432DA}"/>
          </ac:spMkLst>
        </pc:spChg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3" creationId="{06898650-1C93-F325-AC21-F89482EDBAF8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27T04:21:21.163" v="578" actId="20577"/>
        <pc:sldMkLst>
          <pc:docMk/>
          <pc:sldMk cId="3346734016" sldId="271"/>
        </pc:sldMkLst>
        <pc:spChg chg="mod ord">
          <ac:chgData name="Dave Sushames" userId="ce71797e-895c-47df-af8e-c160254d5cef" providerId="ADAL" clId="{067FCE3D-3D41-4548-936F-F0A348C85C95}" dt="2026-10-09T05:47:08.777" v="119" actId="700"/>
          <ac:spMkLst>
            <pc:docMk/>
            <pc:sldMk cId="3346734016" sldId="271"/>
            <ac:spMk id="2" creationId="{802B5A14-BEB6-ABDD-4AE2-4118259CB344}"/>
          </ac:spMkLst>
        </pc:spChg>
        <pc:spChg chg="mod ord">
          <ac:chgData name="Dave Sushames" userId="ce71797e-895c-47df-af8e-c160254d5cef" providerId="ADAL" clId="{067FCE3D-3D41-4548-936F-F0A348C85C95}" dt="2026-10-27T04:21:21.163" v="578" actId="20577"/>
          <ac:spMkLst>
            <pc:docMk/>
            <pc:sldMk cId="3346734016" sldId="271"/>
            <ac:spMk id="3" creationId="{926FD270-FF49-E3B0-F2C3-EE7C66BE3008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6:11:15.448" v="343" actId="20577"/>
        <pc:sldMkLst>
          <pc:docMk/>
          <pc:sldMk cId="1154527499" sldId="272"/>
        </pc:sldMkLst>
        <pc:spChg chg="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" creationId="{36DA2C24-AE1C-9980-0C52-A02E68A3236F}"/>
          </ac:spMkLst>
        </pc:spChg>
        <pc:spChg chg="mod ord">
          <ac:chgData name="Dave Sushames" userId="ce71797e-895c-47df-af8e-c160254d5cef" providerId="ADAL" clId="{067FCE3D-3D41-4548-936F-F0A348C85C95}" dt="2026-10-09T06:01:41.449" v="168" actId="27636"/>
          <ac:spMkLst>
            <pc:docMk/>
            <pc:sldMk cId="1154527499" sldId="272"/>
            <ac:spMk id="3" creationId="{18550B0F-1C8E-3094-093D-9DEBE70E0AB9}"/>
          </ac:spMkLst>
        </pc:spChg>
        <pc:spChg chg="add mod ord">
          <ac:chgData name="Dave Sushames" userId="ce71797e-895c-47df-af8e-c160254d5cef" providerId="ADAL" clId="{067FCE3D-3D41-4548-936F-F0A348C85C95}" dt="2026-10-09T06:11:15.448" v="343" actId="20577"/>
          <ac:spMkLst>
            <pc:docMk/>
            <pc:sldMk cId="1154527499" sldId="272"/>
            <ac:spMk id="11" creationId="{5DFD17AF-DB22-A737-3FD0-56DFA38AE32D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6" creationId="{1D5671E0-8D9C-A198-1CC5-9359E77837C2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7" creationId="{72EB8AAE-D220-BFE8-F0A8-F78A9B724BB6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9" creationId="{50A55C1F-8BD7-DECC-866F-3533F97F6B93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1" creationId="{7395C8A9-4A7A-914E-7F44-8DE9D34DFB26}"/>
          </ac:spMkLst>
        </pc:spChg>
      </pc:sldChg>
      <pc:sldChg chg="addSp delSp modSp new mod ord modClrScheme chgLayout">
        <pc:chgData name="Dave Sushames" userId="ce71797e-895c-47df-af8e-c160254d5cef" providerId="ADAL" clId="{067FCE3D-3D41-4548-936F-F0A348C85C95}" dt="2026-10-26T20:49:00.732" v="526" actId="20577"/>
        <pc:sldMkLst>
          <pc:docMk/>
          <pc:sldMk cId="4059292594" sldId="273"/>
        </pc:sldMkLst>
        <pc:spChg chg="add mod ord">
          <ac:chgData name="Dave Sushames" userId="ce71797e-895c-47df-af8e-c160254d5cef" providerId="ADAL" clId="{067FCE3D-3D41-4548-936F-F0A348C85C95}" dt="2026-10-09T05:48:25.795" v="130" actId="20577"/>
          <ac:spMkLst>
            <pc:docMk/>
            <pc:sldMk cId="4059292594" sldId="273"/>
            <ac:spMk id="4" creationId="{8C906208-B8D7-7658-BDBB-1F399C091446}"/>
          </ac:spMkLst>
        </pc:spChg>
        <pc:spChg chg="mod">
          <ac:chgData name="Dave Sushames" userId="ce71797e-895c-47df-af8e-c160254d5cef" providerId="ADAL" clId="{067FCE3D-3D41-4548-936F-F0A348C85C95}" dt="2026-10-26T20:48:33.731" v="479" actId="20577"/>
          <ac:spMkLst>
            <pc:docMk/>
            <pc:sldMk cId="4059292594" sldId="273"/>
            <ac:spMk id="5" creationId="{E6CE42E8-9419-3179-0F9D-B8CD142899E2}"/>
          </ac:spMkLst>
        </pc:spChg>
        <pc:spChg chg="add mod ord">
          <ac:chgData name="Dave Sushames" userId="ce71797e-895c-47df-af8e-c160254d5cef" providerId="ADAL" clId="{067FCE3D-3D41-4548-936F-F0A348C85C95}" dt="2026-10-26T20:48:43.819" v="497" actId="20577"/>
          <ac:spMkLst>
            <pc:docMk/>
            <pc:sldMk cId="4059292594" sldId="273"/>
            <ac:spMk id="6" creationId="{B8FF18DA-C768-E7E7-97DA-55C316B1706F}"/>
          </ac:spMkLst>
        </pc:spChg>
        <pc:spChg chg="mod">
          <ac:chgData name="Dave Sushames" userId="ce71797e-895c-47df-af8e-c160254d5cef" providerId="ADAL" clId="{067FCE3D-3D41-4548-936F-F0A348C85C95}" dt="2026-10-26T20:48:35.698" v="480" actId="20577"/>
          <ac:spMkLst>
            <pc:docMk/>
            <pc:sldMk cId="4059292594" sldId="273"/>
            <ac:spMk id="8" creationId="{379DD065-03FB-D8B8-DBC4-C9DCF762B477}"/>
          </ac:spMkLst>
        </pc:spChg>
        <pc:spChg chg="add mod ord">
          <ac:chgData name="Dave Sushames" userId="ce71797e-895c-47df-af8e-c160254d5cef" providerId="ADAL" clId="{067FCE3D-3D41-4548-936F-F0A348C85C95}" dt="2026-10-26T20:48:51.867" v="510" actId="20577"/>
          <ac:spMkLst>
            <pc:docMk/>
            <pc:sldMk cId="4059292594" sldId="273"/>
            <ac:spMk id="9" creationId="{09A1E740-03EE-F3C5-3EBC-1A6C705859B6}"/>
          </ac:spMkLst>
        </pc:spChg>
        <pc:spChg chg="add mod ord">
          <ac:chgData name="Dave Sushames" userId="ce71797e-895c-47df-af8e-c160254d5cef" providerId="ADAL" clId="{067FCE3D-3D41-4548-936F-F0A348C85C95}" dt="2026-10-26T20:48:36.850" v="481" actId="20577"/>
          <ac:spMkLst>
            <pc:docMk/>
            <pc:sldMk cId="4059292594" sldId="273"/>
            <ac:spMk id="11" creationId="{8C6B0386-8755-F1E2-3B9C-E5BF007D17C6}"/>
          </ac:spMkLst>
        </pc:spChg>
        <pc:spChg chg="add mod ord">
          <ac:chgData name="Dave Sushames" userId="ce71797e-895c-47df-af8e-c160254d5cef" providerId="ADAL" clId="{067FCE3D-3D41-4548-936F-F0A348C85C95}" dt="2026-10-26T20:48:56.515" v="516" actId="20577"/>
          <ac:spMkLst>
            <pc:docMk/>
            <pc:sldMk cId="4059292594" sldId="273"/>
            <ac:spMk id="12" creationId="{DE867941-64F2-B11B-0067-49B13398E00B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3" creationId="{46E068EF-6FD4-F984-0BBD-DB499CEFFCA2}"/>
          </ac:spMkLst>
        </pc:spChg>
        <pc:spChg chg="add mod ord">
          <ac:chgData name="Dave Sushames" userId="ce71797e-895c-47df-af8e-c160254d5cef" providerId="ADAL" clId="{067FCE3D-3D41-4548-936F-F0A348C85C95}" dt="2026-10-26T20:48:37.667" v="482" actId="20577"/>
          <ac:spMkLst>
            <pc:docMk/>
            <pc:sldMk cId="4059292594" sldId="273"/>
            <ac:spMk id="14" creationId="{C0DA49E7-E079-0564-DE99-88D761FB2AC0}"/>
          </ac:spMkLst>
        </pc:spChg>
        <pc:spChg chg="add mod ord">
          <ac:chgData name="Dave Sushames" userId="ce71797e-895c-47df-af8e-c160254d5cef" providerId="ADAL" clId="{067FCE3D-3D41-4548-936F-F0A348C85C95}" dt="2026-10-26T20:49:00.732" v="526" actId="20577"/>
          <ac:spMkLst>
            <pc:docMk/>
            <pc:sldMk cId="4059292594" sldId="273"/>
            <ac:spMk id="15" creationId="{267911EF-72B3-5D63-5A28-75CEFA060F3D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6" creationId="{9C1EEE49-BE91-0D2F-6E2E-F123621DFDDE}"/>
          </ac:spMkLst>
        </pc:spChg>
      </pc:sldChg>
      <pc:sldChg chg="addSp delSp modSp new mod modClrScheme chgLayout">
        <pc:chgData name="Dave Sushames" userId="ce71797e-895c-47df-af8e-c160254d5cef" providerId="ADAL" clId="{067FCE3D-3D41-4548-936F-F0A348C85C95}" dt="2026-10-09T06:15:57.252" v="427" actId="20577"/>
        <pc:sldMkLst>
          <pc:docMk/>
          <pc:sldMk cId="2793174502" sldId="274"/>
        </pc:sldMkLst>
        <pc:spChg chg="mod ord">
          <ac:chgData name="Dave Sushames" userId="ce71797e-895c-47df-af8e-c160254d5cef" providerId="ADAL" clId="{067FCE3D-3D41-4548-936F-F0A348C85C95}" dt="2026-10-09T06:10:28.460" v="239" actId="700"/>
          <ac:spMkLst>
            <pc:docMk/>
            <pc:sldMk cId="2793174502" sldId="274"/>
            <ac:spMk id="2" creationId="{6213921F-C378-5717-8F84-82274B401ACD}"/>
          </ac:spMkLst>
        </pc:spChg>
        <pc:spChg chg="add mod ord">
          <ac:chgData name="Dave Sushames" userId="ce71797e-895c-47df-af8e-c160254d5cef" providerId="ADAL" clId="{067FCE3D-3D41-4548-936F-F0A348C85C95}" dt="2026-10-09T06:15:57.252" v="427" actId="20577"/>
          <ac:spMkLst>
            <pc:docMk/>
            <pc:sldMk cId="2793174502" sldId="274"/>
            <ac:spMk id="5" creationId="{F3E6C80E-6187-ECB8-33E1-ED7C9CD93D1C}"/>
          </ac:spMkLst>
        </pc:spChg>
        <pc:picChg chg="add mod">
          <ac:chgData name="Dave Sushames" userId="ce71797e-895c-47df-af8e-c160254d5cef" providerId="ADAL" clId="{067FCE3D-3D41-4548-936F-F0A348C85C95}" dt="2026-10-09T06:10:33.940" v="242" actId="22"/>
          <ac:picMkLst>
            <pc:docMk/>
            <pc:sldMk cId="2793174502" sldId="274"/>
            <ac:picMk id="8" creationId="{206D23E1-3C7C-41D6-F275-4999BAEDDB9F}"/>
          </ac:picMkLst>
        </pc:picChg>
      </pc:sldChg>
      <pc:sldChg chg="addSp delSp modSp new mod modClrScheme chgLayout">
        <pc:chgData name="Dave Sushames" userId="ce71797e-895c-47df-af8e-c160254d5cef" providerId="ADAL" clId="{067FCE3D-3D41-4548-936F-F0A348C85C95}" dt="2026-10-25T20:13:48.873" v="463" actId="20577"/>
        <pc:sldMkLst>
          <pc:docMk/>
          <pc:sldMk cId="592013568" sldId="275"/>
        </pc:sldMkLst>
        <pc:spChg chg="add mod ord">
          <ac:chgData name="Dave Sushames" userId="ce71797e-895c-47df-af8e-c160254d5cef" providerId="ADAL" clId="{067FCE3D-3D41-4548-936F-F0A348C85C95}" dt="2026-10-09T06:02:42.188" v="188" actId="20577"/>
          <ac:spMkLst>
            <pc:docMk/>
            <pc:sldMk cId="592013568" sldId="275"/>
            <ac:spMk id="4" creationId="{A1AA5498-5ACC-51F4-FFD4-E2279D7F9BBE}"/>
          </ac:spMkLst>
        </pc:spChg>
        <pc:spChg chg="add mod ord">
          <ac:chgData name="Dave Sushames" userId="ce71797e-895c-47df-af8e-c160254d5cef" providerId="ADAL" clId="{067FCE3D-3D41-4548-936F-F0A348C85C95}" dt="2026-10-09T06:16:31.511" v="429" actId="1076"/>
          <ac:spMkLst>
            <pc:docMk/>
            <pc:sldMk cId="592013568" sldId="275"/>
            <ac:spMk id="6" creationId="{4EA18DF8-A09E-D132-4990-022C87305800}"/>
          </ac:spMkLst>
        </pc:spChg>
        <pc:spChg chg="add mod ord">
          <ac:chgData name="Dave Sushames" userId="ce71797e-895c-47df-af8e-c160254d5cef" providerId="ADAL" clId="{067FCE3D-3D41-4548-936F-F0A348C85C95}" dt="2026-10-25T20:13:15.760" v="460"/>
          <ac:spMkLst>
            <pc:docMk/>
            <pc:sldMk cId="592013568" sldId="275"/>
            <ac:spMk id="7" creationId="{264A6331-DE91-7A78-6150-8D6E0AA663A2}"/>
          </ac:spMkLst>
        </pc:spChg>
        <pc:spChg chg="add mod ord">
          <ac:chgData name="Dave Sushames" userId="ce71797e-895c-47df-af8e-c160254d5cef" providerId="ADAL" clId="{067FCE3D-3D41-4548-936F-F0A348C85C95}" dt="2026-10-09T06:02:56.140" v="215" actId="20577"/>
          <ac:spMkLst>
            <pc:docMk/>
            <pc:sldMk cId="592013568" sldId="275"/>
            <ac:spMk id="9" creationId="{E2F84ACF-E88D-9ADB-EBFF-BAA2E214F50A}"/>
          </ac:spMkLst>
        </pc:spChg>
        <pc:spChg chg="add mod ord">
          <ac:chgData name="Dave Sushames" userId="ce71797e-895c-47df-af8e-c160254d5cef" providerId="ADAL" clId="{067FCE3D-3D41-4548-936F-F0A348C85C95}" dt="2026-10-25T20:13:26.840" v="461"/>
          <ac:spMkLst>
            <pc:docMk/>
            <pc:sldMk cId="592013568" sldId="275"/>
            <ac:spMk id="10" creationId="{BC8EC63E-D4B2-BF88-FC3A-7BFEFE44B921}"/>
          </ac:spMkLst>
        </pc:spChg>
        <pc:spChg chg="add mod ord">
          <ac:chgData name="Dave Sushames" userId="ce71797e-895c-47df-af8e-c160254d5cef" providerId="ADAL" clId="{067FCE3D-3D41-4548-936F-F0A348C85C95}" dt="2026-10-09T06:03:01.693" v="225"/>
          <ac:spMkLst>
            <pc:docMk/>
            <pc:sldMk cId="592013568" sldId="275"/>
            <ac:spMk id="12" creationId="{2B86F0F4-A286-88BC-2E50-18DA57C35698}"/>
          </ac:spMkLst>
        </pc:spChg>
        <pc:spChg chg="mod">
          <ac:chgData name="Dave Sushames" userId="ce71797e-895c-47df-af8e-c160254d5cef" providerId="ADAL" clId="{067FCE3D-3D41-4548-936F-F0A348C85C95}" dt="2026-10-25T20:13:48.873" v="463" actId="20577"/>
          <ac:spMkLst>
            <pc:docMk/>
            <pc:sldMk cId="592013568" sldId="275"/>
            <ac:spMk id="13" creationId="{C8C0282B-DD42-3641-8EC4-D2D894BBD3F4}"/>
          </ac:spMkLst>
        </pc:spChg>
        <pc:picChg chg="add mod">
          <ac:chgData name="Dave Sushames" userId="ce71797e-895c-47df-af8e-c160254d5cef" providerId="ADAL" clId="{067FCE3D-3D41-4548-936F-F0A348C85C95}" dt="2026-10-09T06:14:35.164" v="347" actId="22"/>
          <ac:picMkLst>
            <pc:docMk/>
            <pc:sldMk cId="592013568" sldId="275"/>
            <ac:picMk id="16" creationId="{64D20654-74DB-3323-5F70-0FE211717EAF}"/>
          </ac:picMkLst>
        </pc:picChg>
        <pc:picChg chg="add mod">
          <ac:chgData name="Dave Sushames" userId="ce71797e-895c-47df-af8e-c160254d5cef" providerId="ADAL" clId="{067FCE3D-3D41-4548-936F-F0A348C85C95}" dt="2026-10-09T06:14:45.749" v="348"/>
          <ac:picMkLst>
            <pc:docMk/>
            <pc:sldMk cId="592013568" sldId="275"/>
            <ac:picMk id="17" creationId="{6D807077-5A5B-05D4-6DC7-D9DA888F021D}"/>
          </ac:picMkLst>
        </pc:picChg>
        <pc:picChg chg="add mod">
          <ac:chgData name="Dave Sushames" userId="ce71797e-895c-47df-af8e-c160254d5cef" providerId="ADAL" clId="{067FCE3D-3D41-4548-936F-F0A348C85C95}" dt="2026-10-09T06:15:10.970" v="349"/>
          <ac:picMkLst>
            <pc:docMk/>
            <pc:sldMk cId="592013568" sldId="275"/>
            <ac:picMk id="18" creationId="{36A18741-4EB3-E800-B2CB-220C48FF6829}"/>
          </ac:picMkLst>
        </pc:picChg>
      </pc:sldChg>
      <pc:sldMasterChg chg="addSp modSp new mod addSldLayout modSldLayout">
        <pc:chgData name="Dave Sushames" userId="ce71797e-895c-47df-af8e-c160254d5cef" providerId="ADAL" clId="{067FCE3D-3D41-4548-936F-F0A348C85C95}" dt="2026-10-25T20:26:32.758" v="471" actId="1076"/>
        <pc:sldMasterMkLst>
          <pc:docMk/>
          <pc:sldMasterMk cId="3226123621" sldId="2147483660"/>
        </pc:sldMasterMkLst>
        <pc:picChg chg="add mod modCrop">
          <ac:chgData name="Dave Sushames" userId="ce71797e-895c-47df-af8e-c160254d5cef" providerId="ADAL" clId="{067FCE3D-3D41-4548-936F-F0A348C85C95}" dt="2026-10-25T20:26:32.758" v="471" actId="1076"/>
          <ac:picMkLst>
            <pc:docMk/>
            <pc:sldMasterMk cId="3226123621" sldId="2147483660"/>
            <ac:picMk id="8" creationId="{FE60D192-9568-AFF6-2338-EB5ECED54EFE}"/>
          </ac:picMkLst>
        </pc:picChg>
      </pc:sldMasterChg>
      <pc:sldMasterChg chg="new mod addSldLayout">
        <pc:chgData name="Dave Sushames" userId="ce71797e-895c-47df-af8e-c160254d5cef" providerId="ADAL" clId="{067FCE3D-3D41-4548-936F-F0A348C85C95}" dt="2026-10-09T05:58:14.117" v="159" actId="6014"/>
        <pc:sldMasterMkLst>
          <pc:docMk/>
          <pc:sldMasterMk cId="1851218497" sldId="2147483670"/>
        </pc:sldMasterMkLst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736850369" sldId="2147483671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150403064" sldId="2147483672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970464818" sldId="2147483673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048751568" sldId="2147483674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219561222" sldId="2147483675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328641791" sldId="2147483676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549092260" sldId="2147483677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209559714" sldId="2147483678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858265483" sldId="2147483679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4039771057" sldId="2147483680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797126251" sldId="214748368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645920"/>
            <a:ext cx="10058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5684368" y="37947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931920"/>
            <a:ext cx="10058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Subtext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53949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88626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ord 6">
            <a:extLst>
              <a:ext uri="{FF2B5EF4-FFF2-40B4-BE49-F238E27FC236}">
                <a16:creationId xmlns:a16="http://schemas.microsoft.com/office/drawing/2014/main" id="{4E59DF1C-21DA-4DA8-4FF2-15C3C8E4A236}"/>
              </a:ext>
            </a:extLst>
          </p:cNvPr>
          <p:cNvSpPr/>
          <p:nvPr userDrawn="1"/>
        </p:nvSpPr>
        <p:spPr>
          <a:xfrm rot="16200000">
            <a:off x="2769951" y="-3417802"/>
            <a:ext cx="6651797" cy="6400801"/>
          </a:xfrm>
          <a:prstGeom prst="chord">
            <a:avLst>
              <a:gd name="adj1" fmla="val 5626550"/>
              <a:gd name="adj2" fmla="val 1596842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3352648" y="320040"/>
            <a:ext cx="5486400" cy="1318260"/>
          </a:xfrm>
          <a:prstGeom prst="rect">
            <a:avLst/>
          </a:prstGeom>
          <a:noFill/>
          <a:ln/>
        </p:spPr>
        <p:txBody>
          <a:bodyPr wrap="square" rtlCol="0" anchor="b" anchorCtr="0"/>
          <a:lstStyle>
            <a:lvl1pPr marL="0" indent="0" algn="ctr"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400">
                <a:solidFill>
                  <a:schemeClr val="tx1"/>
                </a:solidFill>
              </a:rPr>
              <a:t>Click to add title</a:t>
            </a:r>
            <a:endParaRPr lang="en-US" sz="440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984248" y="3520440"/>
            <a:ext cx="822960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11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6095848" y="320040"/>
            <a:ext cx="0" cy="589788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5958688" y="153619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446520" y="14173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6" name="Shape 2"/>
          <p:cNvSpPr/>
          <p:nvPr/>
        </p:nvSpPr>
        <p:spPr>
          <a:xfrm>
            <a:off x="6537960" y="198424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644652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5958688" y="272491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4"/>
          <p:cNvSpPr>
            <a:spLocks noGrp="1"/>
          </p:cNvSpPr>
          <p:nvPr>
            <p:ph type="body" idx="107" hasCustomPrompt="1"/>
          </p:nvPr>
        </p:nvSpPr>
        <p:spPr>
          <a:xfrm>
            <a:off x="100584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0" name="Shape 4"/>
          <p:cNvSpPr/>
          <p:nvPr/>
        </p:nvSpPr>
        <p:spPr>
          <a:xfrm>
            <a:off x="4937760" y="317296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1005840" y="32461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958688" y="391363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6446520" y="37947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4" name="Shape 6"/>
          <p:cNvSpPr/>
          <p:nvPr/>
        </p:nvSpPr>
        <p:spPr>
          <a:xfrm>
            <a:off x="6537960" y="436168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5958688" y="510235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8"/>
          <p:cNvSpPr>
            <a:spLocks noGrp="1"/>
          </p:cNvSpPr>
          <p:nvPr>
            <p:ph type="body" idx="115" hasCustomPrompt="1"/>
          </p:nvPr>
        </p:nvSpPr>
        <p:spPr>
          <a:xfrm>
            <a:off x="1005840" y="498348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8" name="Shape 8"/>
          <p:cNvSpPr/>
          <p:nvPr/>
        </p:nvSpPr>
        <p:spPr>
          <a:xfrm>
            <a:off x="4937760" y="555040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1005840" y="56235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10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Horizontal 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-128186" y="3429000"/>
            <a:ext cx="1245122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1336015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473175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58775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58775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3185084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3322244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5"/>
          <p:cNvSpPr>
            <a:spLocks noGrp="1"/>
          </p:cNvSpPr>
          <p:nvPr>
            <p:ph type="body" idx="108" hasCustomPrompt="1"/>
          </p:nvPr>
        </p:nvSpPr>
        <p:spPr>
          <a:xfrm>
            <a:off x="2407844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2407844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034153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Shape 6"/>
          <p:cNvSpPr/>
          <p:nvPr/>
        </p:nvSpPr>
        <p:spPr>
          <a:xfrm>
            <a:off x="5171313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7"/>
          <p:cNvSpPr>
            <a:spLocks noGrp="1"/>
          </p:cNvSpPr>
          <p:nvPr>
            <p:ph type="body" idx="112" hasCustomPrompt="1"/>
          </p:nvPr>
        </p:nvSpPr>
        <p:spPr>
          <a:xfrm>
            <a:off x="4256913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4256913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6883222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Shape 8"/>
          <p:cNvSpPr/>
          <p:nvPr/>
        </p:nvSpPr>
        <p:spPr>
          <a:xfrm>
            <a:off x="7020382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9"/>
          <p:cNvSpPr>
            <a:spLocks noGrp="1"/>
          </p:cNvSpPr>
          <p:nvPr>
            <p:ph type="body" idx="116" hasCustomPrompt="1"/>
          </p:nvPr>
        </p:nvSpPr>
        <p:spPr>
          <a:xfrm>
            <a:off x="6105982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6105982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873229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Shape 10"/>
          <p:cNvSpPr/>
          <p:nvPr/>
        </p:nvSpPr>
        <p:spPr>
          <a:xfrm>
            <a:off x="8869451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11"/>
          <p:cNvSpPr>
            <a:spLocks noGrp="1"/>
          </p:cNvSpPr>
          <p:nvPr>
            <p:ph type="body" idx="120" hasCustomPrompt="1"/>
          </p:nvPr>
        </p:nvSpPr>
        <p:spPr>
          <a:xfrm>
            <a:off x="7955051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3" name="Text 11"/>
          <p:cNvSpPr>
            <a:spLocks noGrp="1"/>
          </p:cNvSpPr>
          <p:nvPr>
            <p:ph type="body" idx="121" hasCustomPrompt="1"/>
          </p:nvPr>
        </p:nvSpPr>
        <p:spPr>
          <a:xfrm>
            <a:off x="7955051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4" name="Text 11"/>
          <p:cNvSpPr/>
          <p:nvPr/>
        </p:nvSpPr>
        <p:spPr>
          <a:xfrm>
            <a:off x="1058136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5" name="Shape 12"/>
          <p:cNvSpPr/>
          <p:nvPr/>
        </p:nvSpPr>
        <p:spPr>
          <a:xfrm>
            <a:off x="10718521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Text 13"/>
          <p:cNvSpPr>
            <a:spLocks noGrp="1"/>
          </p:cNvSpPr>
          <p:nvPr>
            <p:ph type="body" idx="124" hasCustomPrompt="1"/>
          </p:nvPr>
        </p:nvSpPr>
        <p:spPr>
          <a:xfrm>
            <a:off x="9804121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7" name="Text 13"/>
          <p:cNvSpPr>
            <a:spLocks noGrp="1"/>
          </p:cNvSpPr>
          <p:nvPr>
            <p:ph type="body" idx="125" hasCustomPrompt="1"/>
          </p:nvPr>
        </p:nvSpPr>
        <p:spPr>
          <a:xfrm>
            <a:off x="9804121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8" name="Text 0">
            <a:extLst>
              <a:ext uri="{FF2B5EF4-FFF2-40B4-BE49-F238E27FC236}">
                <a16:creationId xmlns:a16="http://schemas.microsoft.com/office/drawing/2014/main" id="{6C145AEB-80F9-C4F5-AC29-9A3D5424324F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B1EA73A-2FBB-C218-2234-3A2572BA00BE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36441B54-8151-9984-85CB-7CBD43F5E8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624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110916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5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05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Li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53035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>
                <a:solidFill>
                  <a:schemeClr val="tx1"/>
                </a:solidFill>
              </a:rPr>
              <a:t>Click to add title</a:t>
            </a:r>
            <a:endParaRPr lang="en-US" sz="32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554480" y="1417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15544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6858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1554480" y="2971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9" name="Text 0"/>
          <p:cNvSpPr>
            <a:spLocks noGrp="1"/>
          </p:cNvSpPr>
          <p:nvPr>
            <p:ph idx="107" hasCustomPrompt="1"/>
          </p:nvPr>
        </p:nvSpPr>
        <p:spPr>
          <a:xfrm>
            <a:off x="68580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1554480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1554480" y="4114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2" name="Text 0"/>
          <p:cNvSpPr>
            <a:spLocks noGrp="1"/>
          </p:cNvSpPr>
          <p:nvPr>
            <p:ph idx="110" hasCustomPrompt="1"/>
          </p:nvPr>
        </p:nvSpPr>
        <p:spPr>
          <a:xfrm>
            <a:off x="68580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1554480" y="4846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155448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5" name="Text 0"/>
          <p:cNvSpPr>
            <a:spLocks noGrp="1"/>
          </p:cNvSpPr>
          <p:nvPr>
            <p:ph idx="113" hasCustomPrompt="1"/>
          </p:nvPr>
        </p:nvSpPr>
        <p:spPr>
          <a:xfrm>
            <a:off x="6095848" y="0"/>
            <a:ext cx="6095848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DB8AB977-5EEA-3FF9-8E5B-526CDA22411A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507857D8-CABF-811E-E4CB-9C5847C6FEC2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2" name="Slide Number Placeholder 0">
            <a:extLst>
              <a:ext uri="{FF2B5EF4-FFF2-40B4-BE49-F238E27FC236}">
                <a16:creationId xmlns:a16="http://schemas.microsoft.com/office/drawing/2014/main" id="{3B801C6F-8915-AF8D-BAD9-2EAE15D72B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516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143240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0944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0944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6" name="Shape 1"/>
          <p:cNvSpPr/>
          <p:nvPr/>
        </p:nvSpPr>
        <p:spPr>
          <a:xfrm>
            <a:off x="143240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60944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8" name="Shape 2"/>
          <p:cNvSpPr/>
          <p:nvPr/>
        </p:nvSpPr>
        <p:spPr>
          <a:xfrm>
            <a:off x="426704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Text 3"/>
          <p:cNvSpPr>
            <a:spLocks noGrp="1"/>
          </p:cNvSpPr>
          <p:nvPr>
            <p:ph type="body" idx="107" hasCustomPrompt="1"/>
          </p:nvPr>
        </p:nvSpPr>
        <p:spPr>
          <a:xfrm>
            <a:off x="344408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0" name="Text 3"/>
          <p:cNvSpPr>
            <a:spLocks noGrp="1"/>
          </p:cNvSpPr>
          <p:nvPr>
            <p:ph type="body" idx="108" hasCustomPrompt="1"/>
          </p:nvPr>
        </p:nvSpPr>
        <p:spPr>
          <a:xfrm>
            <a:off x="344408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1" name="Shape 3"/>
          <p:cNvSpPr/>
          <p:nvPr/>
        </p:nvSpPr>
        <p:spPr>
          <a:xfrm>
            <a:off x="426704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Text 4"/>
          <p:cNvSpPr>
            <a:spLocks noGrp="1"/>
          </p:cNvSpPr>
          <p:nvPr>
            <p:ph type="body" idx="110" hasCustomPrompt="1"/>
          </p:nvPr>
        </p:nvSpPr>
        <p:spPr>
          <a:xfrm>
            <a:off x="344408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3" name="Shape 4"/>
          <p:cNvSpPr/>
          <p:nvPr/>
        </p:nvSpPr>
        <p:spPr>
          <a:xfrm>
            <a:off x="710168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5"/>
          <p:cNvSpPr>
            <a:spLocks noGrp="1"/>
          </p:cNvSpPr>
          <p:nvPr>
            <p:ph type="body" idx="112" hasCustomPrompt="1"/>
          </p:nvPr>
        </p:nvSpPr>
        <p:spPr>
          <a:xfrm>
            <a:off x="627872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5" name="Text 5"/>
          <p:cNvSpPr>
            <a:spLocks noGrp="1"/>
          </p:cNvSpPr>
          <p:nvPr>
            <p:ph type="body" idx="113" hasCustomPrompt="1"/>
          </p:nvPr>
        </p:nvSpPr>
        <p:spPr>
          <a:xfrm>
            <a:off x="627872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6" name="Shape 5"/>
          <p:cNvSpPr/>
          <p:nvPr/>
        </p:nvSpPr>
        <p:spPr>
          <a:xfrm>
            <a:off x="710168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Text 6"/>
          <p:cNvSpPr>
            <a:spLocks noGrp="1"/>
          </p:cNvSpPr>
          <p:nvPr>
            <p:ph type="body" idx="115" hasCustomPrompt="1"/>
          </p:nvPr>
        </p:nvSpPr>
        <p:spPr>
          <a:xfrm>
            <a:off x="627872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8" name="Shape 6"/>
          <p:cNvSpPr/>
          <p:nvPr/>
        </p:nvSpPr>
        <p:spPr>
          <a:xfrm>
            <a:off x="993632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7"/>
          <p:cNvSpPr>
            <a:spLocks noGrp="1"/>
          </p:cNvSpPr>
          <p:nvPr>
            <p:ph type="body" idx="117" hasCustomPrompt="1"/>
          </p:nvPr>
        </p:nvSpPr>
        <p:spPr>
          <a:xfrm>
            <a:off x="911336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20" name="Text 7"/>
          <p:cNvSpPr>
            <a:spLocks noGrp="1"/>
          </p:cNvSpPr>
          <p:nvPr>
            <p:ph type="body" idx="118" hasCustomPrompt="1"/>
          </p:nvPr>
        </p:nvSpPr>
        <p:spPr>
          <a:xfrm>
            <a:off x="911336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21" name="Shape 7"/>
          <p:cNvSpPr/>
          <p:nvPr/>
        </p:nvSpPr>
        <p:spPr>
          <a:xfrm>
            <a:off x="993632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8"/>
          <p:cNvSpPr>
            <a:spLocks noGrp="1"/>
          </p:cNvSpPr>
          <p:nvPr>
            <p:ph type="body" idx="120" hasCustomPrompt="1"/>
          </p:nvPr>
        </p:nvSpPr>
        <p:spPr>
          <a:xfrm>
            <a:off x="911336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23" name="Text 8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4" name="Text 9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5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Left heading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Left content</a:t>
            </a:r>
            <a:endParaRPr lang="en-US" sz="1600"/>
          </a:p>
        </p:txBody>
      </p:sp>
      <p:sp>
        <p:nvSpPr>
          <p:cNvPr id="5" name="Shape 0"/>
          <p:cNvSpPr/>
          <p:nvPr/>
        </p:nvSpPr>
        <p:spPr>
          <a:xfrm>
            <a:off x="6095848" y="1554480"/>
            <a:ext cx="0" cy="448056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336792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Right heading</a:t>
            </a:r>
            <a:endParaRPr lang="en-US" sz="220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36792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Right content</a:t>
            </a:r>
            <a:endParaRPr lang="en-US" sz="1600"/>
          </a:p>
        </p:txBody>
      </p:sp>
      <p:sp>
        <p:nvSpPr>
          <p:cNvPr id="8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9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372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+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548640" y="1463040"/>
            <a:ext cx="749808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321040" y="1463040"/>
            <a:ext cx="33192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Caption</a:t>
            </a:r>
            <a:endParaRPr lang="en-US" sz="1400"/>
          </a:p>
        </p:txBody>
      </p:sp>
      <p:sp>
        <p:nvSpPr>
          <p:cNvPr id="5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1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Three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/>
          <p:nvPr/>
        </p:nvSpPr>
        <p:spPr>
          <a:xfrm>
            <a:off x="56372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88376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83804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3804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7" name="Text 1"/>
          <p:cNvSpPr/>
          <p:nvPr/>
        </p:nvSpPr>
        <p:spPr>
          <a:xfrm>
            <a:off x="440420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2"/>
          <p:cNvSpPr>
            <a:spLocks noGrp="1"/>
          </p:cNvSpPr>
          <p:nvPr>
            <p:ph idx="106" hasCustomPrompt="1"/>
          </p:nvPr>
        </p:nvSpPr>
        <p:spPr>
          <a:xfrm>
            <a:off x="472424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9" name="Text 2"/>
          <p:cNvSpPr>
            <a:spLocks noGrp="1"/>
          </p:cNvSpPr>
          <p:nvPr>
            <p:ph type="body" idx="107" hasCustomPrompt="1"/>
          </p:nvPr>
        </p:nvSpPr>
        <p:spPr>
          <a:xfrm>
            <a:off x="467852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0" name="Text 2"/>
          <p:cNvSpPr>
            <a:spLocks noGrp="1"/>
          </p:cNvSpPr>
          <p:nvPr>
            <p:ph type="body" idx="108" hasCustomPrompt="1"/>
          </p:nvPr>
        </p:nvSpPr>
        <p:spPr>
          <a:xfrm>
            <a:off x="467852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1" name="Text 2"/>
          <p:cNvSpPr/>
          <p:nvPr/>
        </p:nvSpPr>
        <p:spPr>
          <a:xfrm>
            <a:off x="824468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3"/>
          <p:cNvSpPr>
            <a:spLocks noGrp="1"/>
          </p:cNvSpPr>
          <p:nvPr>
            <p:ph idx="110" hasCustomPrompt="1"/>
          </p:nvPr>
        </p:nvSpPr>
        <p:spPr>
          <a:xfrm>
            <a:off x="856472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3"/>
          <p:cNvSpPr>
            <a:spLocks noGrp="1"/>
          </p:cNvSpPr>
          <p:nvPr>
            <p:ph type="body" idx="111" hasCustomPrompt="1"/>
          </p:nvPr>
        </p:nvSpPr>
        <p:spPr>
          <a:xfrm>
            <a:off x="851900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4" name="Text 3"/>
          <p:cNvSpPr>
            <a:spLocks noGrp="1"/>
          </p:cNvSpPr>
          <p:nvPr>
            <p:ph type="body" idx="112" hasCustomPrompt="1"/>
          </p:nvPr>
        </p:nvSpPr>
        <p:spPr>
          <a:xfrm>
            <a:off x="851900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7978A8F-F49F-A572-9900-598DB015BA08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42F6A671-B033-AB25-891E-BD4090C52A58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DD812283-161E-1E9E-19A4-FE9CC59C34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048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82880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5400">
                <a:solidFill>
                  <a:schemeClr val="tx1"/>
                </a:solidFill>
              </a:rPr>
              <a:t>Click to add title</a:t>
            </a:r>
            <a:endParaRPr lang="en-US" sz="5400"/>
          </a:p>
        </p:txBody>
      </p:sp>
      <p:sp>
        <p:nvSpPr>
          <p:cNvPr id="3" name="Shape 0"/>
          <p:cNvSpPr/>
          <p:nvPr/>
        </p:nvSpPr>
        <p:spPr>
          <a:xfrm>
            <a:off x="5684368" y="352044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6576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Byte Harbor Butchers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461772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3908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2A5D-1ABA-6916-0F69-CB2AE9699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EBB0E-A44D-8788-4584-964F9D99CB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66DC3-834A-E48B-08C1-2AE83B1A3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9D478-B138-E31D-C706-38A138DC1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04B8D-CD43-4FC4-1FB1-BB9DCF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6850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7B9A7-09C6-D23C-28C3-1B7751F2A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9F8F-C1E3-388E-6C44-869A509CA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7AF38-6952-6DBE-F82A-6D159A70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E23C-F8D6-2CC8-67D4-60B9DEBF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E4356-87A3-FADD-8E94-3113CA06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04030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85412-BE3E-1D6E-AED0-CA24BE91D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95BC2-757A-A9E7-0B1F-CFC5ADE14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EFADB-CFB8-20DB-DD5D-CCA62DA6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C032D-835D-4721-0C8D-54D4E70D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D7A17-A774-8B0D-0F7D-7B2BFF3C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0464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CB853-391A-F05C-D7BD-E43DA5835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88528-A867-3BDC-988B-D22DCFAEB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A9228-5D7E-49B5-0261-CD0B50CCA2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46D07-44E8-348A-46DC-7811394AF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04DCA-2949-8D29-6E72-010E50EE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5B467-DDD4-BF0F-D86F-AF9BC11A6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48751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CBC-D34F-11BB-AFCF-2BE7C6815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A074D-1E28-19C5-72B5-ECA93529B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2A4C7-1928-6C14-DE72-29AE8398A1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9BAA84-B279-6475-8C97-5D959C9EA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9C082E-44D5-5DAB-D929-FD0ECDCF3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CF6362-0F0D-4D3F-74F5-56A6B32B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34329-3D2E-E6CE-9384-167F5CD23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250EA-A4B0-4AD1-F524-8F8937EA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19561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CAFD-F621-2192-D4EC-F45AF40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A830F-B6F1-AC15-6CEA-06C31685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759F3-DAA0-A6B8-B4A4-ABA3571A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2B467-3D1A-F484-6268-1EACA1A0C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28641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E3889E-0011-DFC5-9836-08B215E64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B3A3-1754-FEF7-4F69-F96FF95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10D6-5EEE-0AF8-C3D5-2067293F4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490922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094F-38B7-70E1-250E-DB00D78F6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A82A-3595-3796-A619-FF01DB4C1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D3E15-5BBE-0426-CF0C-6729462C4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2EE4C-C433-C188-6F36-19FF7B80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B5F01B-2D64-D408-FC01-231EAE03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223B0-2CB8-EF18-C9DE-C981789D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9559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46F2C-966E-1152-32D7-773A9D458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6B543-B148-794D-BA1F-EBE35445698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026DE-CEF2-DE37-47A2-AB1F643CE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C8F60-FB95-BD04-02C1-D9EB6780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EA71EB-26ED-4C8D-C1CE-4C5E57BF5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FB1C5-5989-36B1-A2F8-609E44F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82654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9F6A2-C762-4723-E16C-40EBFC15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10647C-ECD1-347D-20CD-0BB8CA3CE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53C9F-F41D-025A-1A56-878F3DF9A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5398F-5FD7-99D8-2710-A4300F67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9AEE-E282-3ECC-0C0E-14B1E4A25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39771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483F64-7F6A-4902-3476-9E5E789F8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C834-0D41-FD9D-C3BB-C6385EB4D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457F1-0190-1550-4179-C2C7BCE3A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4239E-B976-C33B-7D5A-461B4FE16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19D5-5062-8642-95F9-C43524AEE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9712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856F0-9ACF-7521-F982-3E34A9DF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61AF6-B81C-ECD3-1135-E7760E88C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5F020-5369-856A-C861-397A0DEB4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896E8-5C66-4B03-B6FE-687FFB376EB8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80504-898D-14DE-4D51-E855B9602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8EA86-AE3D-72D9-37A6-D41D93B0B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D3453-70A1-4900-956B-5C69B066FB73}" type="slidenum">
              <a:rPr lang="en-NZ" smtClean="0"/>
              <a:t>‹#›</a:t>
            </a:fld>
            <a:endParaRPr lang="en-NZ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60D192-9568-AFF6-2338-EB5ECED54EF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8" t="7352" r="6926" b="12025"/>
          <a:stretch>
            <a:fillRect/>
          </a:stretch>
        </p:blipFill>
        <p:spPr>
          <a:xfrm>
            <a:off x="11601628" y="159416"/>
            <a:ext cx="439396" cy="41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2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8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82" r:id="rId10"/>
    <p:sldLayoutId id="21474836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0068C4-A29F-0645-A04F-D0F6DB597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DDBFA-A065-4931-EA3C-5D9A72E8A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80F23-A259-8695-E531-B6BEDFBB16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A0431-ED3C-DBA7-325B-08E5B9ADB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612C5-615D-D192-069F-1F66F0C71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5121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CDCA1-D936-1DB6-2DBE-49023B1E8C0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/>
              <a:t>AI-Enhanced vs Legacy Digital Forensics and Investigation Tools – A Comparative Efficacy Analysis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65BE2-E307-AADF-D364-479945C4ED39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r>
              <a:rPr lang="en-US"/>
              <a:t>Team Name: Byte Harbor Butchers</a:t>
            </a:r>
            <a:endParaRPr lang="en-NZ"/>
          </a:p>
          <a:p>
            <a:r>
              <a:rPr lang="en-US"/>
              <a:t>Team Members: Dave Sushames, Olivia Hey, Matt Baker, Sam Davies</a:t>
            </a:r>
            <a:endParaRPr lang="en-NZ"/>
          </a:p>
          <a:p>
            <a:r>
              <a:rPr lang="en-NZ"/>
              <a:t>Project Client: Geoff Gordon </a:t>
            </a:r>
          </a:p>
          <a:p>
            <a:r>
              <a:rPr lang="en-NZ"/>
              <a:t>Advisors: Dr Bryce Antony, Clement </a:t>
            </a:r>
            <a:r>
              <a:rPr lang="en-NZ" err="1"/>
              <a:t>Swarnappa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723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D0C4F-887A-07B1-5448-816B605B3E0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/>
              <a:t>Background and Problem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2709F-7092-C4DF-2680-CEE381877C3F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Why AI in DFIR matters. Very brief, we have not a big long time.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69609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A2C24-AE1C-9980-0C52-A02E68A3236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milestones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0B0F-1C8E-3094-093D-9DEBE70E0AB9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/>
              <a:t>Timeline including proposal, mid </a:t>
            </a:r>
            <a:r>
              <a:rPr lang="en-US" err="1"/>
              <a:t>proj</a:t>
            </a:r>
            <a:r>
              <a:rPr lang="en-US"/>
              <a:t> presentation, development, findings, client demo/report, closeout.</a:t>
            </a:r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DFD17AF-DB22-A737-3FD0-56DFA38AE32D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69EBA-33A3-9523-C803-35FD0BD6390A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791ED7-D924-1023-4673-5248217ECB81}"/>
              </a:ext>
            </a:extLst>
          </p:cNvPr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D1BBBD0-2364-356C-5180-D2ACD230E073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CDC1DBD-AA15-07B7-6CF5-A44EA0BB0CFD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D5671E0-8D9C-A198-1CC5-9359E77837C2}"/>
              </a:ext>
            </a:extLst>
          </p:cNvPr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2EB8AAE-D220-BFE8-F0A8-F78A9B724BB6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8D88A4C-032B-542A-2D12-0AEABD76FBC2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0A55C1F-8BD7-DECC-866F-3533F97F6B93}"/>
              </a:ext>
            </a:extLst>
          </p:cNvPr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C3BB79B-38A5-2DF3-EC3C-CA73361B195D}"/>
              </a:ext>
            </a:extLst>
          </p:cNvPr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395C8A9-4A7A-914E-7F44-8DE9D34DFB26}"/>
              </a:ext>
            </a:extLst>
          </p:cNvPr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4527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4768-B7FF-A195-8FEB-E6C3518C91F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Changes and how they were managed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4FAD2-2AC0-60FF-6FA2-9F801ED04B8C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Change from AI tools to AI reporting. Gantt chart versions. How changes were documented (proposal revisions, meeting minutes with Bryce)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14373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A267-86E4-EC9F-B6B6-A7DCCABDBE12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Development, research, tools, technologies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098D0-DD9A-E09A-83DC-15F697CC3E8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DSR, Kali Linux, </a:t>
            </a:r>
            <a:r>
              <a:rPr lang="en-US" err="1"/>
              <a:t>Ollama</a:t>
            </a:r>
            <a:r>
              <a:rPr lang="en-US"/>
              <a:t>, Gemma4-df at specified parameters, Foremost, Nmap, Wireshark. </a:t>
            </a:r>
            <a:r>
              <a:rPr lang="en-US" err="1"/>
              <a:t>Tshark</a:t>
            </a:r>
            <a:r>
              <a:rPr lang="en-US"/>
              <a:t>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7388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AA5498-5ACC-51F4-FFD4-E2279D7F9BB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Tools </a:t>
            </a:r>
            <a:endParaRPr lang="en-NZ"/>
          </a:p>
        </p:txBody>
      </p:sp>
      <p:pic>
        <p:nvPicPr>
          <p:cNvPr id="17" name="Content Placeholder 16" descr="foremost | Kali Linux Tools">
            <a:extLst>
              <a:ext uri="{FF2B5EF4-FFF2-40B4-BE49-F238E27FC236}">
                <a16:creationId xmlns:a16="http://schemas.microsoft.com/office/drawing/2014/main" id="{6D807077-5A5B-05D4-6DC7-D9DA888F021D}"/>
              </a:ext>
            </a:extLst>
          </p:cNvPr>
          <p:cNvPicPr>
            <a:picLocks noGrp="1" noChangeAspect="1"/>
          </p:cNvPicPr>
          <p:nvPr>
            <p:ph idx="102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A18DF8-A09E-D132-4990-022C8730580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Foremost</a:t>
            </a:r>
            <a:endParaRPr lang="en-NZ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4A6331-DE91-7A78-6150-8D6E0AA663A2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NZ" dirty="0"/>
              <a:t>A digital forensics tool used to carve files from a forensic disk image. Used to recover data from hard disk storage for investigative purposes.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2F84ACF-E88D-9ADB-EBFF-BAA2E214F50A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/>
              <a:t>Nmap</a:t>
            </a:r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8EC63E-D4B2-BF88-FC3A-7BFEFE44B921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NZ" dirty="0"/>
              <a:t>A</a:t>
            </a:r>
            <a:r>
              <a:rPr lang="en-NZ" b="1" dirty="0"/>
              <a:t> </a:t>
            </a:r>
            <a:r>
              <a:rPr lang="en-NZ" dirty="0"/>
              <a:t>network reconnaissance tool that can be used to discover hosts, open ports, services, vulnerabilities, and other technically specific diagnostic information. </a:t>
            </a:r>
          </a:p>
        </p:txBody>
      </p:sp>
      <p:pic>
        <p:nvPicPr>
          <p:cNvPr id="18" name="Content Placeholder 17" descr="File:Wireshark icon new.png - Wikimedia Commons">
            <a:extLst>
              <a:ext uri="{FF2B5EF4-FFF2-40B4-BE49-F238E27FC236}">
                <a16:creationId xmlns:a16="http://schemas.microsoft.com/office/drawing/2014/main" id="{36A18741-4EB3-E800-B2CB-220C48FF6829}"/>
              </a:ext>
            </a:extLst>
          </p:cNvPr>
          <p:cNvPicPr>
            <a:picLocks noGrp="1" noChangeAspect="1"/>
          </p:cNvPicPr>
          <p:nvPr>
            <p:ph idx="110"/>
          </p:nvPr>
        </p:nvPicPr>
        <p:blipFill>
          <a:blip r:embed="rId3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86F0F4-A286-88BC-2E50-18DA57C35698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rPr lang="en-US"/>
              <a:t>W</a:t>
            </a:r>
            <a:r>
              <a:rPr lang="en-NZ" err="1"/>
              <a:t>ireshark</a:t>
            </a:r>
            <a:endParaRPr lang="en-NZ"/>
          </a:p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8C0282B-DD42-3641-8EC4-D2D894BBD3F4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NZ" dirty="0"/>
              <a:t>A packet capturing and packet inspection tool. Used for network analysis.</a:t>
            </a:r>
          </a:p>
        </p:txBody>
      </p:sp>
      <p:pic>
        <p:nvPicPr>
          <p:cNvPr id="16" name="Content Placeholder 15" descr="What is Nmap? A comprehensive guide to Network Scanning for Ethical Hacking  - Networkwalks Academy">
            <a:extLst>
              <a:ext uri="{FF2B5EF4-FFF2-40B4-BE49-F238E27FC236}">
                <a16:creationId xmlns:a16="http://schemas.microsoft.com/office/drawing/2014/main" id="{64D20654-74DB-3323-5F70-0FE211717EAF}"/>
              </a:ext>
            </a:extLst>
          </p:cNvPr>
          <p:cNvPicPr>
            <a:picLocks noGrp="1" noChangeAspect="1"/>
          </p:cNvPicPr>
          <p:nvPr>
            <p:ph idx="106"/>
          </p:nvPr>
        </p:nvPicPr>
        <p:blipFill>
          <a:blip r:embed="rId4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013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921F-C378-5717-8F84-82274B401AC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6C80E-6187-ECB8-33E1-ED7C9CD93D1C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rPr lang="en-US"/>
              <a:t>This here be ye olde DSR diagram</a:t>
            </a:r>
            <a:endParaRPr lang="en-NZ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6D23E1-3C7C-41D6-F275-4999BAEDDB9F}"/>
              </a:ext>
            </a:extLst>
          </p:cNvPr>
          <p:cNvPicPr>
            <a:picLocks noGrp="1" noChangeAspect="1"/>
          </p:cNvPicPr>
          <p:nvPr>
            <p:ph idx="101"/>
          </p:nvPr>
        </p:nvPicPr>
        <p:blipFill>
          <a:blip r:embed="rId2"/>
          <a:stretch>
            <a:fillRect/>
          </a:stretch>
        </p:blipFill>
        <p:spPr>
          <a:xfrm>
            <a:off x="549275" y="1686173"/>
            <a:ext cx="7497763" cy="421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174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13FF-E954-E53A-1C59-C60CD16384E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Primary artefact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45100-EFAE-B274-E3F7-92B37B6A09FD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Show Sam’s flowchart diagrams.</a:t>
            </a:r>
          </a:p>
          <a:p>
            <a:pPr marL="0" indent="0">
              <a:buNone/>
            </a:pPr>
            <a:r>
              <a:rPr lang="en-US"/>
              <a:t>Mention how complete it is against Geoff’s requirements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Maybe a README for the scripts?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08039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02B5C-B27D-6C6E-451C-8B02F95036D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Demonstration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9885-A9A1-369F-3247-E889A85FD01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Either a recording or a live demo. Recording less likely to break. Have two reports we can compare.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698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4D99-B52C-C74B-0D17-F75A6E57212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Testing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5E64D-8438-7626-94A8-E0C54657283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NIST CFTT, human reports, comparison metrics, how the reports were scored.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10012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BC61-CD0C-BF09-4292-47C6AF1B1677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Findings and analysis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4F670-7D8D-7CDE-7CD8-6AD8A676A54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/>
              <a:t>W</a:t>
            </a:r>
            <a:r>
              <a:rPr lang="en-NZ"/>
              <a:t>hat the AI matched, missed, did wrong. Limitations. With reasons for the results, </a:t>
            </a:r>
            <a:r>
              <a:rPr lang="en-NZ" err="1"/>
              <a:t>cuz</a:t>
            </a:r>
            <a:r>
              <a:rPr lang="en-NZ"/>
              <a:t> that’s what the marking criteria wants.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4C3C8-91CB-1546-CDA4-6B35E549D9AB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08DD0F-39AE-1378-C7C4-DA5DE6A6C0A8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DF47C6-8D48-5608-3A1B-36826A3769F6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1011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06208-B8D7-7658-BDBB-1F399C091446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Stats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CE42E8-9419-3179-0F9D-B8CD142899E2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rPr lang="en-US" dirty="0"/>
              <a:t>W</a:t>
            </a:r>
            <a:endParaRPr lang="en-N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FF18DA-C768-E7E7-97DA-55C316B1706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 dirty="0"/>
              <a:t>Human avg</a:t>
            </a:r>
            <a:endParaRPr lang="en-NZ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C19B56-99CB-3114-47D9-6DB73F91AF4F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9DD065-03FB-D8B8-DBC4-C9DCF762B477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 dirty="0"/>
              <a:t>X</a:t>
            </a:r>
            <a:endParaRPr lang="en-NZ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A1E740-03EE-F3C5-3EBC-1A6C705859B6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US" dirty="0"/>
              <a:t>Human min/max</a:t>
            </a:r>
            <a:endParaRPr lang="en-NZ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8887FB-BD43-62EA-1AE9-53E82473ED3F}"/>
              </a:ext>
            </a:extLst>
          </p:cNvPr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6B0386-8755-F1E2-3B9C-E5BF007D17C6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US" dirty="0"/>
              <a:t>Y</a:t>
            </a:r>
            <a:endParaRPr lang="en-NZ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867941-64F2-B11B-0067-49B13398E00B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rPr lang="en-US" dirty="0"/>
              <a:t>AI Avg</a:t>
            </a:r>
            <a:endParaRPr lang="en-NZ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6E068EF-6FD4-F984-0BBD-DB499CEFFCA2}"/>
              </a:ext>
            </a:extLst>
          </p:cNvPr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0DA49E7-E079-0564-DE99-88D761FB2AC0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rPr lang="en-US" dirty="0"/>
              <a:t>Z</a:t>
            </a:r>
            <a:endParaRPr lang="en-NZ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67911EF-72B3-5D63-5A28-75CEFA060F3D}"/>
              </a:ext>
            </a:extLst>
          </p:cNvPr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>
            <a:r>
              <a:rPr lang="en-US" dirty="0"/>
              <a:t>AI min/max</a:t>
            </a:r>
            <a:endParaRPr lang="en-NZ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1EEE49-BE91-0D2F-6E2E-F123621DFDDE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59292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FB59-642D-1360-93E1-B6A36C65C39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Client review and satisfaction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C58C-A390-F67E-B87D-F3B2F50E060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Cover the review with Geoff, what he said about it, how satisfied he was. Haven’t had the review yet, but this slide will be all about that.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46000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D656A-3CEC-BED5-96D3-70C3E61432D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Future Work and remaining tasks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98650-1C93-F325-AC21-F89482EDBAF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Stretch goals (</a:t>
            </a:r>
            <a:r>
              <a:rPr lang="en-US" err="1"/>
              <a:t>tenmost</a:t>
            </a:r>
            <a:r>
              <a:rPr lang="en-US"/>
              <a:t> running decryption tools), doing multiple models, larger datasets, differing PC specs.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2370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B5A14-BEB6-ABDD-4AE2-4118259CB3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/>
              <a:t>Any Questions?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FD270-FF49-E3B0-F2C3-EE7C66BE3008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Ones we’re </a:t>
            </a:r>
            <a:r>
              <a:rPr lang="en-US" dirty="0" err="1"/>
              <a:t>prolly</a:t>
            </a:r>
            <a:r>
              <a:rPr lang="en-US" dirty="0"/>
              <a:t> </a:t>
            </a:r>
            <a:r>
              <a:rPr lang="en-US" dirty="0" err="1"/>
              <a:t>gonna</a:t>
            </a:r>
            <a:r>
              <a:rPr lang="en-US" dirty="0"/>
              <a:t> get:</a:t>
            </a:r>
          </a:p>
          <a:p>
            <a:pPr marL="0" indent="0">
              <a:buNone/>
            </a:pPr>
            <a:r>
              <a:rPr lang="en-US" dirty="0"/>
              <a:t>Changing PM</a:t>
            </a:r>
          </a:p>
          <a:p>
            <a:pPr marL="0" indent="0">
              <a:buNone/>
            </a:pPr>
            <a:r>
              <a:rPr lang="en-US" dirty="0"/>
              <a:t>Missed logs</a:t>
            </a:r>
          </a:p>
          <a:p>
            <a:pPr marL="0" indent="0">
              <a:buNone/>
            </a:pPr>
            <a:r>
              <a:rPr lang="en-US" dirty="0"/>
              <a:t>Why the project changed</a:t>
            </a:r>
          </a:p>
          <a:p>
            <a:pPr marL="0" indent="0">
              <a:buNone/>
            </a:pPr>
            <a:r>
              <a:rPr lang="en-US" dirty="0"/>
              <a:t>Anything else Bryce comes up with</a:t>
            </a:r>
          </a:p>
          <a:p>
            <a:pPr marL="0" indent="0">
              <a:buNone/>
            </a:pPr>
            <a:r>
              <a:rPr lang="en-US" dirty="0"/>
              <a:t>Why don’t team meetings have agendas/minutes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346734016"/>
      </p:ext>
    </p:extLst>
  </p:cSld>
  <p:clrMapOvr>
    <a:masterClrMapping/>
  </p:clrMapOvr>
</p:sld>
</file>

<file path=ppt/theme/theme1.xml><?xml version="1.0" encoding="utf-8"?>
<a:theme xmlns:a="http://schemas.openxmlformats.org/drawingml/2006/main" name="BHB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453</TotalTime>
  <Words>422</Words>
  <Application>Microsoft Office PowerPoint</Application>
  <PresentationFormat>Widescreen</PresentationFormat>
  <Paragraphs>53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BHB</vt:lpstr>
      <vt:lpstr>Default</vt:lpstr>
      <vt:lpstr>AI-Enhanced vs Legacy Digital Forensics and Investigation Tools – A Comparative Efficacy Analysis</vt:lpstr>
      <vt:lpstr>Background and Problem</vt:lpstr>
      <vt:lpstr>Key milestones</vt:lpstr>
      <vt:lpstr>Changes and how they were managed</vt:lpstr>
      <vt:lpstr>Development, research, tools, technologies</vt:lpstr>
      <vt:lpstr>Tools </vt:lpstr>
      <vt:lpstr>Methodology</vt:lpstr>
      <vt:lpstr>Primary artefact</vt:lpstr>
      <vt:lpstr>Demonstration</vt:lpstr>
      <vt:lpstr>Testing</vt:lpstr>
      <vt:lpstr>Key Findings and analysis</vt:lpstr>
      <vt:lpstr>Stats</vt:lpstr>
      <vt:lpstr>Client review and satisfaction</vt:lpstr>
      <vt:lpstr>Future Work and remaining tasks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1</cp:revision>
  <dcterms:created xsi:type="dcterms:W3CDTF">2026-10-07T02:20:35Z</dcterms:created>
  <dcterms:modified xsi:type="dcterms:W3CDTF">2026-10-27T04:21:21Z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2026-10-07T03:39:15Z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068e7085-ba34-44fd-afb8-f8541f3a812d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