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3" r:id="rId7"/>
    <p:sldId id="267" r:id="rId8"/>
    <p:sldId id="268" r:id="rId9"/>
    <p:sldId id="262" r:id="rId10"/>
    <p:sldId id="261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Sushames" userId="ce71797e-895c-47df-af8e-c160254d5cef" providerId="ADAL" clId="{067FCE3D-3D41-4548-936F-F0A348C85C95}"/>
    <pc:docChg chg="undo custSel modSld">
      <pc:chgData name="Dave Sushames" userId="ce71797e-895c-47df-af8e-c160254d5cef" providerId="ADAL" clId="{067FCE3D-3D41-4548-936F-F0A348C85C95}" dt="2026-09-14T23:52:20.503" v="275" actId="255"/>
      <pc:docMkLst>
        <pc:docMk/>
      </pc:docMkLst>
      <pc:sldChg chg="modSp mod">
        <pc:chgData name="Dave Sushames" userId="ce71797e-895c-47df-af8e-c160254d5cef" providerId="ADAL" clId="{067FCE3D-3D41-4548-936F-F0A348C85C95}" dt="2026-09-14T23:49:28.264" v="235" actId="2711"/>
        <pc:sldMkLst>
          <pc:docMk/>
          <pc:sldMk cId="482473989" sldId="256"/>
        </pc:sldMkLst>
        <pc:spChg chg="mod">
          <ac:chgData name="Dave Sushames" userId="ce71797e-895c-47df-af8e-c160254d5cef" providerId="ADAL" clId="{067FCE3D-3D41-4548-936F-F0A348C85C95}" dt="2026-09-14T23:49:28.264" v="235" actId="2711"/>
          <ac:spMkLst>
            <pc:docMk/>
            <pc:sldMk cId="482473989" sldId="256"/>
            <ac:spMk id="3" creationId="{1EE270E3-1A40-D82C-DD8F-0286C7E85EA5}"/>
          </ac:spMkLst>
        </pc:spChg>
      </pc:sldChg>
      <pc:sldChg chg="modSp mod">
        <pc:chgData name="Dave Sushames" userId="ce71797e-895c-47df-af8e-c160254d5cef" providerId="ADAL" clId="{067FCE3D-3D41-4548-936F-F0A348C85C95}" dt="2026-09-14T23:50:21.233" v="243" actId="113"/>
        <pc:sldMkLst>
          <pc:docMk/>
          <pc:sldMk cId="357720254" sldId="257"/>
        </pc:sldMkLst>
        <pc:spChg chg="mod">
          <ac:chgData name="Dave Sushames" userId="ce71797e-895c-47df-af8e-c160254d5cef" providerId="ADAL" clId="{067FCE3D-3D41-4548-936F-F0A348C85C95}" dt="2026-09-14T23:50:07.466" v="241" actId="108"/>
          <ac:spMkLst>
            <pc:docMk/>
            <pc:sldMk cId="357720254" sldId="257"/>
            <ac:spMk id="3" creationId="{BB851FEA-5D6D-CF22-67E0-7CCC76C9B905}"/>
          </ac:spMkLst>
        </pc:spChg>
        <pc:spChg chg="mod">
          <ac:chgData name="Dave Sushames" userId="ce71797e-895c-47df-af8e-c160254d5cef" providerId="ADAL" clId="{067FCE3D-3D41-4548-936F-F0A348C85C95}" dt="2026-09-14T23:50:21.233" v="243" actId="113"/>
          <ac:spMkLst>
            <pc:docMk/>
            <pc:sldMk cId="357720254" sldId="257"/>
            <ac:spMk id="6" creationId="{CCFDE8E8-368D-A55F-F6F5-B5FF6BC5441C}"/>
          </ac:spMkLst>
        </pc:spChg>
      </pc:sldChg>
      <pc:sldChg chg="modSp mod">
        <pc:chgData name="Dave Sushames" userId="ce71797e-895c-47df-af8e-c160254d5cef" providerId="ADAL" clId="{067FCE3D-3D41-4548-936F-F0A348C85C95}" dt="2026-09-14T23:50:50.603" v="249" actId="255"/>
        <pc:sldMkLst>
          <pc:docMk/>
          <pc:sldMk cId="1717019194" sldId="258"/>
        </pc:sldMkLst>
        <pc:spChg chg="mod">
          <ac:chgData name="Dave Sushames" userId="ce71797e-895c-47df-af8e-c160254d5cef" providerId="ADAL" clId="{067FCE3D-3D41-4548-936F-F0A348C85C95}" dt="2026-09-14T23:50:50.603" v="249" actId="255"/>
          <ac:spMkLst>
            <pc:docMk/>
            <pc:sldMk cId="1717019194" sldId="258"/>
            <ac:spMk id="3" creationId="{BB9A7524-6160-9FC8-290D-89B8A80D8658}"/>
          </ac:spMkLst>
        </pc:spChg>
      </pc:sldChg>
      <pc:sldChg chg="modSp mod">
        <pc:chgData name="Dave Sushames" userId="ce71797e-895c-47df-af8e-c160254d5cef" providerId="ADAL" clId="{067FCE3D-3D41-4548-936F-F0A348C85C95}" dt="2026-09-14T23:50:57.528" v="250" actId="108"/>
        <pc:sldMkLst>
          <pc:docMk/>
          <pc:sldMk cId="3755520435" sldId="259"/>
        </pc:sldMkLst>
        <pc:spChg chg="mod">
          <ac:chgData name="Dave Sushames" userId="ce71797e-895c-47df-af8e-c160254d5cef" providerId="ADAL" clId="{067FCE3D-3D41-4548-936F-F0A348C85C95}" dt="2026-09-14T23:50:57.528" v="250" actId="108"/>
          <ac:spMkLst>
            <pc:docMk/>
            <pc:sldMk cId="3755520435" sldId="259"/>
            <ac:spMk id="3" creationId="{14E8D5CD-8731-2633-69BC-1AC0BBF2D643}"/>
          </ac:spMkLst>
        </pc:spChg>
      </pc:sldChg>
      <pc:sldChg chg="modSp mod">
        <pc:chgData name="Dave Sushames" userId="ce71797e-895c-47df-af8e-c160254d5cef" providerId="ADAL" clId="{067FCE3D-3D41-4548-936F-F0A348C85C95}" dt="2026-09-14T04:03:55.077" v="182" actId="20577"/>
        <pc:sldMkLst>
          <pc:docMk/>
          <pc:sldMk cId="300935319" sldId="260"/>
        </pc:sldMkLst>
        <pc:spChg chg="mod">
          <ac:chgData name="Dave Sushames" userId="ce71797e-895c-47df-af8e-c160254d5cef" providerId="ADAL" clId="{067FCE3D-3D41-4548-936F-F0A348C85C95}" dt="2026-09-14T04:03:55.077" v="182" actId="20577"/>
          <ac:spMkLst>
            <pc:docMk/>
            <pc:sldMk cId="300935319" sldId="260"/>
            <ac:spMk id="2" creationId="{EF4F9A50-08D3-B5BA-98EE-2A5CB574A435}"/>
          </ac:spMkLst>
        </pc:spChg>
      </pc:sldChg>
      <pc:sldChg chg="modSp mod">
        <pc:chgData name="Dave Sushames" userId="ce71797e-895c-47df-af8e-c160254d5cef" providerId="ADAL" clId="{067FCE3D-3D41-4548-936F-F0A348C85C95}" dt="2026-09-14T23:52:20.503" v="275" actId="255"/>
        <pc:sldMkLst>
          <pc:docMk/>
          <pc:sldMk cId="68356929" sldId="261"/>
        </pc:sldMkLst>
        <pc:spChg chg="mod">
          <ac:chgData name="Dave Sushames" userId="ce71797e-895c-47df-af8e-c160254d5cef" providerId="ADAL" clId="{067FCE3D-3D41-4548-936F-F0A348C85C95}" dt="2026-09-14T23:52:20.503" v="275" actId="255"/>
          <ac:spMkLst>
            <pc:docMk/>
            <pc:sldMk cId="68356929" sldId="261"/>
            <ac:spMk id="3" creationId="{F342F351-5F23-6D92-03AC-5C25C11D2796}"/>
          </ac:spMkLst>
        </pc:spChg>
      </pc:sldChg>
      <pc:sldChg chg="modSp mod">
        <pc:chgData name="Dave Sushames" userId="ce71797e-895c-47df-af8e-c160254d5cef" providerId="ADAL" clId="{067FCE3D-3D41-4548-936F-F0A348C85C95}" dt="2026-09-14T23:52:14.480" v="274" actId="20577"/>
        <pc:sldMkLst>
          <pc:docMk/>
          <pc:sldMk cId="2360615822" sldId="262"/>
        </pc:sldMkLst>
        <pc:spChg chg="mod">
          <ac:chgData name="Dave Sushames" userId="ce71797e-895c-47df-af8e-c160254d5cef" providerId="ADAL" clId="{067FCE3D-3D41-4548-936F-F0A348C85C95}" dt="2026-09-14T23:52:14.480" v="274" actId="20577"/>
          <ac:spMkLst>
            <pc:docMk/>
            <pc:sldMk cId="2360615822" sldId="262"/>
            <ac:spMk id="3" creationId="{E08B6175-1B96-0215-5195-3A92E08F8001}"/>
          </ac:spMkLst>
        </pc:spChg>
      </pc:sldChg>
      <pc:sldChg chg="modSp mod">
        <pc:chgData name="Dave Sushames" userId="ce71797e-895c-47df-af8e-c160254d5cef" providerId="ADAL" clId="{067FCE3D-3D41-4548-936F-F0A348C85C95}" dt="2026-09-14T23:51:43.475" v="266" actId="255"/>
        <pc:sldMkLst>
          <pc:docMk/>
          <pc:sldMk cId="2530877575" sldId="263"/>
        </pc:sldMkLst>
        <pc:spChg chg="mod">
          <ac:chgData name="Dave Sushames" userId="ce71797e-895c-47df-af8e-c160254d5cef" providerId="ADAL" clId="{067FCE3D-3D41-4548-936F-F0A348C85C95}" dt="2026-09-14T23:51:43.475" v="266" actId="255"/>
          <ac:spMkLst>
            <pc:docMk/>
            <pc:sldMk cId="2530877575" sldId="263"/>
            <ac:spMk id="3" creationId="{CC6EEA5A-9F43-9FE8-BD39-3261513B255C}"/>
          </ac:spMkLst>
        </pc:spChg>
      </pc:sldChg>
      <pc:sldChg chg="modSp mod">
        <pc:chgData name="Dave Sushames" userId="ce71797e-895c-47df-af8e-c160254d5cef" providerId="ADAL" clId="{067FCE3D-3D41-4548-936F-F0A348C85C95}" dt="2026-09-14T23:51:23.343" v="253" actId="20577"/>
        <pc:sldMkLst>
          <pc:docMk/>
          <pc:sldMk cId="1156493726" sldId="264"/>
        </pc:sldMkLst>
        <pc:spChg chg="mod">
          <ac:chgData name="Dave Sushames" userId="ce71797e-895c-47df-af8e-c160254d5cef" providerId="ADAL" clId="{067FCE3D-3D41-4548-936F-F0A348C85C95}" dt="2026-09-14T23:51:23.343" v="253" actId="20577"/>
          <ac:spMkLst>
            <pc:docMk/>
            <pc:sldMk cId="1156493726" sldId="264"/>
            <ac:spMk id="3" creationId="{7A08BBEA-DC63-C183-A48F-6420D069B876}"/>
          </ac:spMkLst>
        </pc:spChg>
      </pc:sldChg>
      <pc:sldChg chg="modSp mod">
        <pc:chgData name="Dave Sushames" userId="ce71797e-895c-47df-af8e-c160254d5cef" providerId="ADAL" clId="{067FCE3D-3D41-4548-936F-F0A348C85C95}" dt="2026-09-14T23:51:53.931" v="267" actId="255"/>
        <pc:sldMkLst>
          <pc:docMk/>
          <pc:sldMk cId="1251441915" sldId="267"/>
        </pc:sldMkLst>
        <pc:spChg chg="mod">
          <ac:chgData name="Dave Sushames" userId="ce71797e-895c-47df-af8e-c160254d5cef" providerId="ADAL" clId="{067FCE3D-3D41-4548-936F-F0A348C85C95}" dt="2026-09-14T23:51:53.931" v="267" actId="255"/>
          <ac:spMkLst>
            <pc:docMk/>
            <pc:sldMk cId="1251441915" sldId="267"/>
            <ac:spMk id="3" creationId="{A1BF2D46-F7DC-B8C3-2E45-C4E0D2A1E1C9}"/>
          </ac:spMkLst>
        </pc:spChg>
      </pc:sldChg>
      <pc:sldChg chg="modSp mod">
        <pc:chgData name="Dave Sushames" userId="ce71797e-895c-47df-af8e-c160254d5cef" providerId="ADAL" clId="{067FCE3D-3D41-4548-936F-F0A348C85C95}" dt="2026-09-14T23:52:03.608" v="270" actId="20577"/>
        <pc:sldMkLst>
          <pc:docMk/>
          <pc:sldMk cId="3959275895" sldId="268"/>
        </pc:sldMkLst>
        <pc:spChg chg="mod">
          <ac:chgData name="Dave Sushames" userId="ce71797e-895c-47df-af8e-c160254d5cef" providerId="ADAL" clId="{067FCE3D-3D41-4548-936F-F0A348C85C95}" dt="2026-09-14T23:52:03.608" v="270" actId="20577"/>
          <ac:spMkLst>
            <pc:docMk/>
            <pc:sldMk cId="3959275895" sldId="268"/>
            <ac:spMk id="3" creationId="{F2F109EC-CF5E-94D0-6F6D-FCD1015433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E8873-2D4B-40B1-8349-A9E319D95B93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C0680-FCA9-4737-AAE5-492C44C5320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98434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97974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27780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35213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44949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28105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6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79891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7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22185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8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89267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9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90015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10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34692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C0680-FCA9-4737-AAE5-492C44C5320D}" type="slidenum">
              <a:rPr lang="en-NZ" smtClean="0"/>
              <a:t>11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15946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82775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1795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41965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01022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72499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9847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7455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9625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0839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9440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81421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589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2230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5795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88234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570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191961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3384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69185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42958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42096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84181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0281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23372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263822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44166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28576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AFC869-5EEF-42A8-8244-0DD91ADCD842}" type="datetimeFigureOut">
              <a:rPr lang="en-NZ" smtClean="0"/>
              <a:t>15/09/2026</a:t>
            </a:fld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9C967F2-683A-4327-9830-80B5DBE0F4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66000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6732-8EB4-1555-C93B-2B52F0B1D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723" y="1905000"/>
            <a:ext cx="9436553" cy="1524000"/>
          </a:xfrm>
        </p:spPr>
        <p:txBody>
          <a:bodyPr>
            <a:normAutofit/>
          </a:bodyPr>
          <a:lstStyle/>
          <a:p>
            <a:r>
              <a:rPr lang="en-NZ" sz="6000" dirty="0">
                <a:latin typeface="Century Gothic" panose="020B0502020202020204" pitchFamily="34" charset="0"/>
              </a:rPr>
              <a:t>Mid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270E3-1A40-D82C-DD8F-0286C7E85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7723" y="3429000"/>
            <a:ext cx="8825658" cy="1387929"/>
          </a:xfrm>
        </p:spPr>
        <p:txBody>
          <a:bodyPr>
            <a:normAutofit/>
          </a:bodyPr>
          <a:lstStyle/>
          <a:p>
            <a:r>
              <a:rPr lang="en-NZ" b="1" dirty="0">
                <a:latin typeface="Century Gothic" panose="020B0502020202020204" pitchFamily="34" charset="0"/>
              </a:rPr>
              <a:t>Project Title: </a:t>
            </a:r>
            <a:r>
              <a:rPr lang="en-NZ" dirty="0">
                <a:latin typeface="Century Gothic" panose="020B0502020202020204" pitchFamily="34" charset="0"/>
              </a:rPr>
              <a:t>AI-Enhanced vs Legacy Digital Forensics and Investigation Tools – A Comparative Efficacy Analysis</a:t>
            </a:r>
          </a:p>
          <a:p>
            <a:r>
              <a:rPr lang="en-NZ" b="1" dirty="0">
                <a:latin typeface="Century Gothic" panose="020B0502020202020204" pitchFamily="34" charset="0"/>
              </a:rPr>
              <a:t>Team name: </a:t>
            </a:r>
            <a:r>
              <a:rPr lang="en-NZ" dirty="0">
                <a:latin typeface="Century Gothic" panose="020B0502020202020204" pitchFamily="34" charset="0"/>
              </a:rPr>
              <a:t>BHB</a:t>
            </a:r>
          </a:p>
        </p:txBody>
      </p:sp>
    </p:spTree>
    <p:extLst>
      <p:ext uri="{BB962C8B-B14F-4D97-AF65-F5344CB8AC3E}">
        <p14:creationId xmlns:p14="http://schemas.microsoft.com/office/powerpoint/2010/main" val="482473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51C1-93B0-39A0-12AC-7C0C307C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Attendees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51FEA-5D6D-CF22-67E0-7CCC76C9B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4407581" cy="2274153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NZ" sz="1800" b="1" dirty="0">
                <a:latin typeface="Century Gothic" panose="020B0502020202020204" pitchFamily="34" charset="0"/>
              </a:rPr>
              <a:t>BDSH Team Members</a:t>
            </a:r>
          </a:p>
          <a:p>
            <a:pPr marL="0" indent="0">
              <a:buNone/>
            </a:pPr>
            <a:r>
              <a:rPr lang="en-NZ" sz="1800" dirty="0">
                <a:latin typeface="Century Gothic" panose="020B0502020202020204" pitchFamily="34" charset="0"/>
              </a:rPr>
              <a:t>Olivia Hey (Project Manager)</a:t>
            </a:r>
          </a:p>
          <a:p>
            <a:pPr marL="0" indent="0">
              <a:buNone/>
            </a:pPr>
            <a:r>
              <a:rPr lang="en-NZ" sz="1800" dirty="0">
                <a:latin typeface="Century Gothic" panose="020B0502020202020204" pitchFamily="34" charset="0"/>
              </a:rPr>
              <a:t>Matt Baker</a:t>
            </a:r>
          </a:p>
          <a:p>
            <a:pPr marL="0" indent="0">
              <a:buNone/>
            </a:pPr>
            <a:r>
              <a:rPr lang="en-NZ" sz="1800" dirty="0">
                <a:latin typeface="Century Gothic" panose="020B0502020202020204" pitchFamily="34" charset="0"/>
              </a:rPr>
              <a:t>David Sushames</a:t>
            </a:r>
          </a:p>
          <a:p>
            <a:pPr marL="0" indent="0">
              <a:buNone/>
            </a:pPr>
            <a:r>
              <a:rPr lang="en-NZ" sz="1800" dirty="0">
                <a:latin typeface="Century Gothic" panose="020B0502020202020204" pitchFamily="34" charset="0"/>
              </a:rPr>
              <a:t>Samuel Davies </a:t>
            </a:r>
          </a:p>
          <a:p>
            <a:pPr marL="0" indent="0">
              <a:buNone/>
            </a:pPr>
            <a:endParaRPr lang="en-NZ" dirty="0"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FDE8E8-368D-A55F-F6F5-B5FF6BC5441C}"/>
              </a:ext>
            </a:extLst>
          </p:cNvPr>
          <p:cNvSpPr txBox="1">
            <a:spLocks/>
          </p:cNvSpPr>
          <p:nvPr/>
        </p:nvSpPr>
        <p:spPr>
          <a:xfrm>
            <a:off x="5868534" y="2052918"/>
            <a:ext cx="4407581" cy="22741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defTabSz="914400">
              <a:lnSpc>
                <a:spcPct val="120000"/>
              </a:lnSpc>
              <a:buNone/>
            </a:pPr>
            <a:r>
              <a:rPr lang="en-NZ" sz="1800" b="1" dirty="0">
                <a:latin typeface="Century Gothic" panose="020B0502020202020204" pitchFamily="34" charset="0"/>
                <a:ea typeface="+mn-ea"/>
                <a:cs typeface="+mn-cs"/>
              </a:rPr>
              <a:t>Client</a:t>
            </a:r>
          </a:p>
          <a:p>
            <a:pPr marL="0" indent="0" defTabSz="914400">
              <a:lnSpc>
                <a:spcPct val="120000"/>
              </a:lnSpc>
              <a:buNone/>
            </a:pPr>
            <a:r>
              <a:rPr lang="en-NZ" sz="1800" dirty="0">
                <a:latin typeface="Century Gothic" panose="020B0502020202020204" pitchFamily="34" charset="0"/>
                <a:ea typeface="+mn-ea"/>
                <a:cs typeface="+mn-cs"/>
              </a:rPr>
              <a:t>Geoff Gordon</a:t>
            </a:r>
          </a:p>
        </p:txBody>
      </p:sp>
    </p:spTree>
    <p:extLst>
      <p:ext uri="{BB962C8B-B14F-4D97-AF65-F5344CB8AC3E}">
        <p14:creationId xmlns:p14="http://schemas.microsoft.com/office/powerpoint/2010/main" val="357720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6118-5A18-ED6E-5E3A-52957967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Century Gothic" panose="020B0502020202020204" pitchFamily="34" charset="0"/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A7524-6160-9FC8-290D-89B8A80D8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1800" dirty="0">
                <a:latin typeface="Century Gothic" panose="020B0502020202020204" pitchFamily="34" charset="0"/>
              </a:rPr>
              <a:t>Brief description of project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Milestones and deliverables that have been completed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How progress has been made</a:t>
            </a:r>
          </a:p>
          <a:p>
            <a:pPr lvl="1"/>
            <a:r>
              <a:rPr lang="en-NZ" sz="1800" dirty="0">
                <a:latin typeface="Century Gothic" panose="020B0502020202020204" pitchFamily="34" charset="0"/>
              </a:rPr>
              <a:t>Emerging insights</a:t>
            </a:r>
          </a:p>
          <a:p>
            <a:pPr lvl="1"/>
            <a:r>
              <a:rPr lang="en-NZ" sz="1800" dirty="0">
                <a:latin typeface="Century Gothic" panose="020B0502020202020204" pitchFamily="34" charset="0"/>
              </a:rPr>
              <a:t>Foremost proof of concept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What is still to be done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Any changes to timeframes that need to be discussed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Client feedback and questions</a:t>
            </a:r>
          </a:p>
        </p:txBody>
      </p:sp>
    </p:spTree>
    <p:extLst>
      <p:ext uri="{BB962C8B-B14F-4D97-AF65-F5344CB8AC3E}">
        <p14:creationId xmlns:p14="http://schemas.microsoft.com/office/powerpoint/2010/main" val="1717019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FEAD-9459-4F61-E636-B0591191D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Century Gothic" panose="020B0502020202020204" pitchFamily="34" charset="0"/>
              </a:rPr>
              <a:t>Brief description of project.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8D5CD-8731-2633-69BC-1AC0BBF2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The project is to compare how locally-run Large Language Models (LLMs) interpret and report on Nmap, Foremost, and Wireshark outputs compared to human analysts</a:t>
            </a:r>
            <a:endParaRPr lang="en-NZ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NZ" sz="1800" dirty="0">
                <a:latin typeface="Century Gothic" panose="020B0502020202020204" pitchFamily="34" charset="0"/>
              </a:rPr>
              <a:t>This project investigates the efficacy of the report output as generated by a human compared to an AI enhanced tool.</a:t>
            </a:r>
          </a:p>
        </p:txBody>
      </p:sp>
    </p:spTree>
    <p:extLst>
      <p:ext uri="{BB962C8B-B14F-4D97-AF65-F5344CB8AC3E}">
        <p14:creationId xmlns:p14="http://schemas.microsoft.com/office/powerpoint/2010/main" val="375552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F230-3A14-B66C-477C-5A707C1E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dirty="0">
                <a:latin typeface="Century Gothic" panose="020B0502020202020204" pitchFamily="34" charset="0"/>
              </a:rPr>
              <a:t>Milestones and deliverables that have been completed.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BBEA-DC63-C183-A48F-6420D069B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sz="1800" dirty="0">
                <a:latin typeface="Century Gothic" panose="020B0502020202020204" pitchFamily="34" charset="0"/>
              </a:rPr>
              <a:t>Project proposal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All forensics tools installed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Created test environment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Adequate test case files acquired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Tested and selected AI model: Gemma4:26b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AI Foremost integration: </a:t>
            </a:r>
          </a:p>
          <a:p>
            <a:pPr lvl="1"/>
            <a:r>
              <a:rPr lang="en-NZ" sz="1800" dirty="0">
                <a:latin typeface="Century Gothic" panose="020B0502020202020204" pitchFamily="34" charset="0"/>
              </a:rPr>
              <a:t>Python script to automatically feed carved files into the LLM and produce a report</a:t>
            </a:r>
          </a:p>
        </p:txBody>
      </p:sp>
    </p:spTree>
    <p:extLst>
      <p:ext uri="{BB962C8B-B14F-4D97-AF65-F5344CB8AC3E}">
        <p14:creationId xmlns:p14="http://schemas.microsoft.com/office/powerpoint/2010/main" val="1156493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07390-5D9E-D38B-8C6D-7AF59C97E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Century Gothic" panose="020B0502020202020204" pitchFamily="34" charset="0"/>
              </a:rPr>
              <a:t>How progress has been made.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EEA5A-9F43-9FE8-BD39-3261513B2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75707"/>
            <a:ext cx="8946541" cy="4694464"/>
          </a:xfrm>
        </p:spPr>
        <p:txBody>
          <a:bodyPr>
            <a:normAutofit/>
          </a:bodyPr>
          <a:lstStyle/>
          <a:p>
            <a:r>
              <a:rPr lang="en-NZ" sz="1800" dirty="0">
                <a:latin typeface="Century Gothic" panose="020B0502020202020204" pitchFamily="34" charset="0"/>
              </a:rPr>
              <a:t>AI reports vs human reports generated based on the output of traditional digital forensics tools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Tool scope was refine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Tools selected, Foremost, Wireshark and Nmap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Design Science Research Methodology adopted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Changed from LM studio to </a:t>
            </a:r>
            <a:r>
              <a:rPr lang="en-NZ" sz="1800" dirty="0" err="1">
                <a:latin typeface="Century Gothic" panose="020B0502020202020204" pitchFamily="34" charset="0"/>
              </a:rPr>
              <a:t>Ollama</a:t>
            </a:r>
            <a:r>
              <a:rPr lang="en-NZ" sz="1800" dirty="0">
                <a:latin typeface="Century Gothic" panose="020B0502020202020204" pitchFamily="34" charset="0"/>
              </a:rPr>
              <a:t> 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Scripts to integrate AI processing</a:t>
            </a:r>
          </a:p>
          <a:p>
            <a:pPr marL="0" indent="0">
              <a:buNone/>
            </a:pPr>
            <a:endParaRPr lang="en-NZ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NZ" dirty="0">
              <a:latin typeface="Century Gothic" panose="020B0502020202020204" pitchFamily="34" charset="0"/>
            </a:endParaRPr>
          </a:p>
          <a:p>
            <a:pPr lvl="1"/>
            <a:endParaRPr lang="en-NZ" dirty="0">
              <a:latin typeface="Century Gothic" panose="020B0502020202020204" pitchFamily="34" charset="0"/>
            </a:endParaRPr>
          </a:p>
          <a:p>
            <a:pPr lvl="1"/>
            <a:endParaRPr lang="en-NZ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77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D38A-9B0C-F7EC-7E40-960AD3F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Foremost Proof of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2D46-F7DC-B8C3-2E45-C4E0D2A1E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entury Gothic" panose="020B0502020202020204" pitchFamily="34" charset="0"/>
              </a:rPr>
              <a:t>Foremost “carves” files from forensic disk images. Disk images are bit-by-bit copies of a storage medium. File carving is an essential practice in digital forensics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The team developed a Python 3 script used to automate the examination of the “audit.txt” file from Foremost to produce a report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The script also records how long the process takes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This effort represents the successful development/integration of AI enhancement to a digital forensics tool</a:t>
            </a:r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2F7E0-7F7D-16AB-7A23-61A9A04E734F}"/>
              </a:ext>
            </a:extLst>
          </p:cNvPr>
          <p:cNvSpPr txBox="1"/>
          <p:nvPr/>
        </p:nvSpPr>
        <p:spPr>
          <a:xfrm>
            <a:off x="0" y="6898821"/>
            <a:ext cx="6278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i="1" dirty="0"/>
              <a:t>And now for something completely different...</a:t>
            </a:r>
          </a:p>
        </p:txBody>
      </p:sp>
    </p:spTree>
    <p:extLst>
      <p:ext uri="{BB962C8B-B14F-4D97-AF65-F5344CB8AC3E}">
        <p14:creationId xmlns:p14="http://schemas.microsoft.com/office/powerpoint/2010/main" val="1251441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F503-BA1E-2D45-51A6-84F7A82F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Emerging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09EC-CF5E-94D0-6F6D-FCD10154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504278"/>
            <a:ext cx="8946541" cy="419548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entury Gothic" panose="020B0502020202020204" pitchFamily="34" charset="0"/>
              </a:rPr>
              <a:t>LLM-augmented Foremost reporting takes about 15-35 seconds on a disk image that takes a human examiner 30-57 minutes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Large documents fail to pass all their data into an </a:t>
            </a:r>
            <a:r>
              <a:rPr lang="en-US" sz="1800" dirty="0" err="1">
                <a:latin typeface="Century Gothic" panose="020B0502020202020204" pitchFamily="34" charset="0"/>
              </a:rPr>
              <a:t>Ollama</a:t>
            </a:r>
            <a:r>
              <a:rPr lang="en-US" sz="1800" dirty="0">
                <a:latin typeface="Century Gothic" panose="020B0502020202020204" pitchFamily="34" charset="0"/>
              </a:rPr>
              <a:t> prompt.</a:t>
            </a:r>
          </a:p>
          <a:p>
            <a:pPr lvl="1"/>
            <a:r>
              <a:rPr lang="en-US" sz="1800" dirty="0">
                <a:latin typeface="Century Gothic" panose="020B0502020202020204" pitchFamily="34" charset="0"/>
              </a:rPr>
              <a:t>Cause is the locally hosted AI models’ limited context windows</a:t>
            </a:r>
          </a:p>
          <a:p>
            <a:pPr lvl="1"/>
            <a:r>
              <a:rPr lang="en-US" sz="1800" dirty="0">
                <a:latin typeface="Century Gothic" panose="020B0502020202020204" pitchFamily="34" charset="0"/>
              </a:rPr>
              <a:t>This was addressed through simple prompt chunking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Vision models inspecting digital images have trouble reading small text. LLMs hallucinate and fabricate false information even with strict prompting, LLMs seem to have trouble asserting ignorance</a:t>
            </a:r>
          </a:p>
        </p:txBody>
      </p:sp>
    </p:spTree>
    <p:extLst>
      <p:ext uri="{BB962C8B-B14F-4D97-AF65-F5344CB8AC3E}">
        <p14:creationId xmlns:p14="http://schemas.microsoft.com/office/powerpoint/2010/main" val="3959275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EF6F-E112-DB22-11E9-44E4396B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atin typeface="Century Gothic" panose="020B0502020202020204" pitchFamily="34" charset="0"/>
              </a:rPr>
              <a:t>What is still to be done.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B6175-1B96-0215-5195-3A92E08F8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1800" dirty="0">
                <a:latin typeface="Century Gothic" panose="020B0502020202020204" pitchFamily="34" charset="0"/>
              </a:rPr>
              <a:t>Complete Wireshark and Nmap evaluation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Finalize test metrics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Nmap and Wireshark integration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Run tests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Consolidate findings</a:t>
            </a:r>
          </a:p>
          <a:p>
            <a:r>
              <a:rPr lang="en-US" sz="1800" dirty="0">
                <a:latin typeface="Century Gothic" panose="020B0502020202020204" pitchFamily="34" charset="0"/>
              </a:rPr>
              <a:t>Final report deliverable</a:t>
            </a:r>
          </a:p>
        </p:txBody>
      </p:sp>
    </p:spTree>
    <p:extLst>
      <p:ext uri="{BB962C8B-B14F-4D97-AF65-F5344CB8AC3E}">
        <p14:creationId xmlns:p14="http://schemas.microsoft.com/office/powerpoint/2010/main" val="2360615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CB6E-FD33-4419-FD29-5EB30403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dirty="0">
                <a:latin typeface="Century Gothic" panose="020B0502020202020204" pitchFamily="34" charset="0"/>
              </a:rPr>
              <a:t>Changes to timeframe.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2F351-5F23-6D92-03AC-5C25C11D2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1800" dirty="0">
                <a:latin typeface="Century Gothic" panose="020B0502020202020204" pitchFamily="34" charset="0"/>
              </a:rPr>
              <a:t>The time frame has been shifted due to Capstone proposal taking longer than expected</a:t>
            </a:r>
          </a:p>
          <a:p>
            <a:r>
              <a:rPr lang="en-NZ" sz="1800" dirty="0">
                <a:latin typeface="Century Gothic" panose="020B0502020202020204" pitchFamily="34" charset="0"/>
              </a:rPr>
              <a:t>This moves the final deadline closer</a:t>
            </a:r>
          </a:p>
        </p:txBody>
      </p:sp>
    </p:spTree>
    <p:extLst>
      <p:ext uri="{BB962C8B-B14F-4D97-AF65-F5344CB8AC3E}">
        <p14:creationId xmlns:p14="http://schemas.microsoft.com/office/powerpoint/2010/main" val="68356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9A50-08D3-B5BA-98EE-2A5CB574A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584" y="2805830"/>
            <a:ext cx="9836832" cy="872497"/>
          </a:xfrm>
        </p:spPr>
        <p:txBody>
          <a:bodyPr>
            <a:normAutofit/>
          </a:bodyPr>
          <a:lstStyle/>
          <a:p>
            <a:pPr algn="ctr"/>
            <a:r>
              <a:rPr lang="en-NZ" dirty="0">
                <a:latin typeface="Century Gothic" panose="020B0502020202020204" pitchFamily="34" charset="0"/>
              </a:rPr>
              <a:t>Client feedback and questions </a:t>
            </a:r>
          </a:p>
        </p:txBody>
      </p:sp>
    </p:spTree>
    <p:extLst>
      <p:ext uri="{BB962C8B-B14F-4D97-AF65-F5344CB8AC3E}">
        <p14:creationId xmlns:p14="http://schemas.microsoft.com/office/powerpoint/2010/main" val="300935319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1886</TotalTime>
  <Words>481</Words>
  <Application>Microsoft Office PowerPoint</Application>
  <PresentationFormat>Widescreen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Century Gothic</vt:lpstr>
      <vt:lpstr>Neue Haas Grotesk Text Pro</vt:lpstr>
      <vt:lpstr>Helena</vt:lpstr>
      <vt:lpstr>Mid Project Presentation</vt:lpstr>
      <vt:lpstr>Attendees</vt:lpstr>
      <vt:lpstr>Topics</vt:lpstr>
      <vt:lpstr>Brief description of project.</vt:lpstr>
      <vt:lpstr>Milestones and deliverables that have been completed.</vt:lpstr>
      <vt:lpstr>How progress has been made.</vt:lpstr>
      <vt:lpstr>Foremost Proof of Concept</vt:lpstr>
      <vt:lpstr>Emerging Insights</vt:lpstr>
      <vt:lpstr>What is still to be done.</vt:lpstr>
      <vt:lpstr>Changes to timeframe.</vt:lpstr>
      <vt:lpstr>Client feedback and 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Davies</dc:creator>
  <cp:lastModifiedBy>Dave Sushames</cp:lastModifiedBy>
  <cp:revision>16</cp:revision>
  <dcterms:created xsi:type="dcterms:W3CDTF">2026-09-07T23:48:56Z</dcterms:created>
  <dcterms:modified xsi:type="dcterms:W3CDTF">2026-09-14T23:52:25Z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e7f387-1815-4007-b22e-dbfac1fba8aa_Enabled">
    <vt:lpwstr>true</vt:lpwstr>
  </property>
  <property fmtid="{D5CDD505-2E9C-101B-9397-08002B2CF9AE}" pid="3" name="MSIP_Label_46e7f387-1815-4007-b22e-dbfac1fba8aa_SetDate">
    <vt:lpwstr>2026-09-07T23:48:56Z</vt:lpwstr>
  </property>
  <property fmtid="{D5CDD505-2E9C-101B-9397-08002B2CF9AE}" pid="4" name="MSIP_Label_46e7f387-1815-4007-b22e-dbfac1fba8aa_Method">
    <vt:lpwstr>Standard</vt:lpwstr>
  </property>
  <property fmtid="{D5CDD505-2E9C-101B-9397-08002B2CF9AE}" pid="5" name="MSIP_Label_46e7f387-1815-4007-b22e-dbfac1fba8aa_Name">
    <vt:lpwstr>defa4170-0d19-0005-0004-bc88714345d2</vt:lpwstr>
  </property>
  <property fmtid="{D5CDD505-2E9C-101B-9397-08002B2CF9AE}" pid="6" name="MSIP_Label_46e7f387-1815-4007-b22e-dbfac1fba8aa_SiteId">
    <vt:lpwstr>1ae31382-9a17-4ce4-b300-161b0fa8f4b8</vt:lpwstr>
  </property>
  <property fmtid="{D5CDD505-2E9C-101B-9397-08002B2CF9AE}" pid="7" name="MSIP_Label_46e7f387-1815-4007-b22e-dbfac1fba8aa_ActionId">
    <vt:lpwstr>157ff331-9569-4325-b3ba-e4c568c88a67</vt:lpwstr>
  </property>
  <property fmtid="{D5CDD505-2E9C-101B-9397-08002B2CF9AE}" pid="8" name="MSIP_Label_46e7f387-1815-4007-b22e-dbfac1fba8aa_ContentBits">
    <vt:lpwstr>0</vt:lpwstr>
  </property>
  <property fmtid="{D5CDD505-2E9C-101B-9397-08002B2CF9AE}" pid="9" name="MSIP_Label_46e7f387-1815-4007-b22e-dbfac1fba8aa_Tag">
    <vt:lpwstr>10, 3, 0, 1</vt:lpwstr>
  </property>
</Properties>
</file>