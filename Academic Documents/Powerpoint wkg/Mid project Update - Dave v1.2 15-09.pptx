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08" r:id="rId1"/>
  </p:sldMasterIdLst>
  <p:notesMasterIdLst>
    <p:notesMasterId r:id="rId13"/>
  </p:notesMasterIdLst>
  <p:sldIdLst>
    <p:sldId id="256" r:id="rId2"/>
    <p:sldId id="257" r:id="rId3"/>
    <p:sldId id="258" r:id="rId4"/>
    <p:sldId id="259" r:id="rId5"/>
    <p:sldId id="264" r:id="rId6"/>
    <p:sldId id="263" r:id="rId7"/>
    <p:sldId id="267" r:id="rId8"/>
    <p:sldId id="268" r:id="rId9"/>
    <p:sldId id="262" r:id="rId10"/>
    <p:sldId id="261" r:id="rId11"/>
    <p:sldId id="260"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9A048CA-DBD9-4208-A716-35D191BD64DB}" v="9" dt="2026-09-15T01:40:19.82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980" autoAdjust="0"/>
    <p:restoredTop sz="94660"/>
  </p:normalViewPr>
  <p:slideViewPr>
    <p:cSldViewPr snapToGrid="0">
      <p:cViewPr varScale="1">
        <p:scale>
          <a:sx n="106" d="100"/>
          <a:sy n="106" d="100"/>
        </p:scale>
        <p:origin x="678"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microsoft.com/office/2016/11/relationships/changesInfo" Target="changesInfos/changesInfo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19"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ave Sushames" userId="ce71797e-895c-47df-af8e-c160254d5cef" providerId="ADAL" clId="{067FCE3D-3D41-4548-936F-F0A348C85C95}"/>
    <pc:docChg chg="undo custSel modSld">
      <pc:chgData name="Dave Sushames" userId="ce71797e-895c-47df-af8e-c160254d5cef" providerId="ADAL" clId="{067FCE3D-3D41-4548-936F-F0A348C85C95}" dt="2026-09-15T01:44:29.560" v="789" actId="1076"/>
      <pc:docMkLst>
        <pc:docMk/>
      </pc:docMkLst>
      <pc:sldChg chg="modSp mod">
        <pc:chgData name="Dave Sushames" userId="ce71797e-895c-47df-af8e-c160254d5cef" providerId="ADAL" clId="{067FCE3D-3D41-4548-936F-F0A348C85C95}" dt="2026-09-14T23:49:28.264" v="235" actId="2711"/>
        <pc:sldMkLst>
          <pc:docMk/>
          <pc:sldMk cId="482473989" sldId="256"/>
        </pc:sldMkLst>
        <pc:spChg chg="mod">
          <ac:chgData name="Dave Sushames" userId="ce71797e-895c-47df-af8e-c160254d5cef" providerId="ADAL" clId="{067FCE3D-3D41-4548-936F-F0A348C85C95}" dt="2026-09-14T23:49:28.264" v="235" actId="2711"/>
          <ac:spMkLst>
            <pc:docMk/>
            <pc:sldMk cId="482473989" sldId="256"/>
            <ac:spMk id="3" creationId="{1EE270E3-1A40-D82C-DD8F-0286C7E85EA5}"/>
          </ac:spMkLst>
        </pc:spChg>
      </pc:sldChg>
      <pc:sldChg chg="modSp mod">
        <pc:chgData name="Dave Sushames" userId="ce71797e-895c-47df-af8e-c160254d5cef" providerId="ADAL" clId="{067FCE3D-3D41-4548-936F-F0A348C85C95}" dt="2026-09-14T23:50:21.233" v="243" actId="113"/>
        <pc:sldMkLst>
          <pc:docMk/>
          <pc:sldMk cId="357720254" sldId="257"/>
        </pc:sldMkLst>
        <pc:spChg chg="mod">
          <ac:chgData name="Dave Sushames" userId="ce71797e-895c-47df-af8e-c160254d5cef" providerId="ADAL" clId="{067FCE3D-3D41-4548-936F-F0A348C85C95}" dt="2026-09-14T23:50:07.466" v="241" actId="108"/>
          <ac:spMkLst>
            <pc:docMk/>
            <pc:sldMk cId="357720254" sldId="257"/>
            <ac:spMk id="3" creationId="{BB851FEA-5D6D-CF22-67E0-7CCC76C9B905}"/>
          </ac:spMkLst>
        </pc:spChg>
        <pc:spChg chg="mod">
          <ac:chgData name="Dave Sushames" userId="ce71797e-895c-47df-af8e-c160254d5cef" providerId="ADAL" clId="{067FCE3D-3D41-4548-936F-F0A348C85C95}" dt="2026-09-14T23:50:21.233" v="243" actId="113"/>
          <ac:spMkLst>
            <pc:docMk/>
            <pc:sldMk cId="357720254" sldId="257"/>
            <ac:spMk id="6" creationId="{CCFDE8E8-368D-A55F-F6F5-B5FF6BC5441C}"/>
          </ac:spMkLst>
        </pc:spChg>
      </pc:sldChg>
      <pc:sldChg chg="modSp mod">
        <pc:chgData name="Dave Sushames" userId="ce71797e-895c-47df-af8e-c160254d5cef" providerId="ADAL" clId="{067FCE3D-3D41-4548-936F-F0A348C85C95}" dt="2026-09-15T01:37:48.603" v="690" actId="20577"/>
        <pc:sldMkLst>
          <pc:docMk/>
          <pc:sldMk cId="1717019194" sldId="258"/>
        </pc:sldMkLst>
        <pc:spChg chg="mod">
          <ac:chgData name="Dave Sushames" userId="ce71797e-895c-47df-af8e-c160254d5cef" providerId="ADAL" clId="{067FCE3D-3D41-4548-936F-F0A348C85C95}" dt="2026-09-15T01:37:48.603" v="690" actId="20577"/>
          <ac:spMkLst>
            <pc:docMk/>
            <pc:sldMk cId="1717019194" sldId="258"/>
            <ac:spMk id="3" creationId="{BB9A7524-6160-9FC8-290D-89B8A80D8658}"/>
          </ac:spMkLst>
        </pc:spChg>
      </pc:sldChg>
      <pc:sldChg chg="modSp mod">
        <pc:chgData name="Dave Sushames" userId="ce71797e-895c-47df-af8e-c160254d5cef" providerId="ADAL" clId="{067FCE3D-3D41-4548-936F-F0A348C85C95}" dt="2026-09-15T01:38:03.171" v="692" actId="20577"/>
        <pc:sldMkLst>
          <pc:docMk/>
          <pc:sldMk cId="3755520435" sldId="259"/>
        </pc:sldMkLst>
        <pc:spChg chg="mod">
          <ac:chgData name="Dave Sushames" userId="ce71797e-895c-47df-af8e-c160254d5cef" providerId="ADAL" clId="{067FCE3D-3D41-4548-936F-F0A348C85C95}" dt="2026-09-15T01:38:03.171" v="692" actId="20577"/>
          <ac:spMkLst>
            <pc:docMk/>
            <pc:sldMk cId="3755520435" sldId="259"/>
            <ac:spMk id="2" creationId="{20C5FEAD-9459-4F61-E636-B0591191D4E6}"/>
          </ac:spMkLst>
        </pc:spChg>
        <pc:spChg chg="mod">
          <ac:chgData name="Dave Sushames" userId="ce71797e-895c-47df-af8e-c160254d5cef" providerId="ADAL" clId="{067FCE3D-3D41-4548-936F-F0A348C85C95}" dt="2026-09-15T01:36:39.947" v="682" actId="20577"/>
          <ac:spMkLst>
            <pc:docMk/>
            <pc:sldMk cId="3755520435" sldId="259"/>
            <ac:spMk id="3" creationId="{14E8D5CD-8731-2633-69BC-1AC0BBF2D643}"/>
          </ac:spMkLst>
        </pc:spChg>
      </pc:sldChg>
      <pc:sldChg chg="modSp mod">
        <pc:chgData name="Dave Sushames" userId="ce71797e-895c-47df-af8e-c160254d5cef" providerId="ADAL" clId="{067FCE3D-3D41-4548-936F-F0A348C85C95}" dt="2026-09-14T04:03:55.077" v="182" actId="20577"/>
        <pc:sldMkLst>
          <pc:docMk/>
          <pc:sldMk cId="300935319" sldId="260"/>
        </pc:sldMkLst>
        <pc:spChg chg="mod">
          <ac:chgData name="Dave Sushames" userId="ce71797e-895c-47df-af8e-c160254d5cef" providerId="ADAL" clId="{067FCE3D-3D41-4548-936F-F0A348C85C95}" dt="2026-09-14T04:03:55.077" v="182" actId="20577"/>
          <ac:spMkLst>
            <pc:docMk/>
            <pc:sldMk cId="300935319" sldId="260"/>
            <ac:spMk id="2" creationId="{EF4F9A50-08D3-B5BA-98EE-2A5CB574A435}"/>
          </ac:spMkLst>
        </pc:spChg>
      </pc:sldChg>
      <pc:sldChg chg="addSp delSp modSp mod">
        <pc:chgData name="Dave Sushames" userId="ce71797e-895c-47df-af8e-c160254d5cef" providerId="ADAL" clId="{067FCE3D-3D41-4548-936F-F0A348C85C95}" dt="2026-09-15T01:44:29.560" v="789" actId="1076"/>
        <pc:sldMkLst>
          <pc:docMk/>
          <pc:sldMk cId="68356929" sldId="261"/>
        </pc:sldMkLst>
        <pc:spChg chg="mod">
          <ac:chgData name="Dave Sushames" userId="ce71797e-895c-47df-af8e-c160254d5cef" providerId="ADAL" clId="{067FCE3D-3D41-4548-936F-F0A348C85C95}" dt="2026-09-15T01:38:17.355" v="695" actId="20577"/>
          <ac:spMkLst>
            <pc:docMk/>
            <pc:sldMk cId="68356929" sldId="261"/>
            <ac:spMk id="2" creationId="{4AC5CB6E-FD33-4419-FD29-5EB30403054C}"/>
          </ac:spMkLst>
        </pc:spChg>
        <pc:spChg chg="mod">
          <ac:chgData name="Dave Sushames" userId="ce71797e-895c-47df-af8e-c160254d5cef" providerId="ADAL" clId="{067FCE3D-3D41-4548-936F-F0A348C85C95}" dt="2026-09-15T01:21:08.144" v="343" actId="20577"/>
          <ac:spMkLst>
            <pc:docMk/>
            <pc:sldMk cId="68356929" sldId="261"/>
            <ac:spMk id="3" creationId="{F342F351-5F23-6D92-03AC-5C25C11D2796}"/>
          </ac:spMkLst>
        </pc:spChg>
        <pc:picChg chg="add del mod">
          <ac:chgData name="Dave Sushames" userId="ce71797e-895c-47df-af8e-c160254d5cef" providerId="ADAL" clId="{067FCE3D-3D41-4548-936F-F0A348C85C95}" dt="2026-09-15T01:44:23.131" v="785" actId="478"/>
          <ac:picMkLst>
            <pc:docMk/>
            <pc:sldMk cId="68356929" sldId="261"/>
            <ac:picMk id="5" creationId="{2C414588-8473-6356-1C63-2E6EA99CF0E4}"/>
          </ac:picMkLst>
        </pc:picChg>
        <pc:picChg chg="add mod">
          <ac:chgData name="Dave Sushames" userId="ce71797e-895c-47df-af8e-c160254d5cef" providerId="ADAL" clId="{067FCE3D-3D41-4548-936F-F0A348C85C95}" dt="2026-09-15T01:44:29.560" v="789" actId="1076"/>
          <ac:picMkLst>
            <pc:docMk/>
            <pc:sldMk cId="68356929" sldId="261"/>
            <ac:picMk id="7" creationId="{257739DE-0FAB-97D0-0E34-5C4922963DA3}"/>
          </ac:picMkLst>
        </pc:picChg>
      </pc:sldChg>
      <pc:sldChg chg="modSp mod">
        <pc:chgData name="Dave Sushames" userId="ce71797e-895c-47df-af8e-c160254d5cef" providerId="ADAL" clId="{067FCE3D-3D41-4548-936F-F0A348C85C95}" dt="2026-09-15T01:42:47.420" v="781" actId="6549"/>
        <pc:sldMkLst>
          <pc:docMk/>
          <pc:sldMk cId="2360615822" sldId="262"/>
        </pc:sldMkLst>
        <pc:spChg chg="mod">
          <ac:chgData name="Dave Sushames" userId="ce71797e-895c-47df-af8e-c160254d5cef" providerId="ADAL" clId="{067FCE3D-3D41-4548-936F-F0A348C85C95}" dt="2026-09-15T01:38:15.347" v="694" actId="20577"/>
          <ac:spMkLst>
            <pc:docMk/>
            <pc:sldMk cId="2360615822" sldId="262"/>
            <ac:spMk id="2" creationId="{9582EF6F-E112-DB22-11E9-44E4396BFCF0}"/>
          </ac:spMkLst>
        </pc:spChg>
        <pc:spChg chg="mod">
          <ac:chgData name="Dave Sushames" userId="ce71797e-895c-47df-af8e-c160254d5cef" providerId="ADAL" clId="{067FCE3D-3D41-4548-936F-F0A348C85C95}" dt="2026-09-15T01:42:47.420" v="781" actId="6549"/>
          <ac:spMkLst>
            <pc:docMk/>
            <pc:sldMk cId="2360615822" sldId="262"/>
            <ac:spMk id="3" creationId="{E08B6175-1B96-0215-5195-3A92E08F8001}"/>
          </ac:spMkLst>
        </pc:spChg>
      </pc:sldChg>
      <pc:sldChg chg="modSp mod">
        <pc:chgData name="Dave Sushames" userId="ce71797e-895c-47df-af8e-c160254d5cef" providerId="ADAL" clId="{067FCE3D-3D41-4548-936F-F0A348C85C95}" dt="2026-09-15T01:38:09.643" v="693" actId="20577"/>
        <pc:sldMkLst>
          <pc:docMk/>
          <pc:sldMk cId="2530877575" sldId="263"/>
        </pc:sldMkLst>
        <pc:spChg chg="mod">
          <ac:chgData name="Dave Sushames" userId="ce71797e-895c-47df-af8e-c160254d5cef" providerId="ADAL" clId="{067FCE3D-3D41-4548-936F-F0A348C85C95}" dt="2026-09-15T01:38:09.643" v="693" actId="20577"/>
          <ac:spMkLst>
            <pc:docMk/>
            <pc:sldMk cId="2530877575" sldId="263"/>
            <ac:spMk id="2" creationId="{EFE07390-5D9E-D38B-8C6D-7AF59C97E173}"/>
          </ac:spMkLst>
        </pc:spChg>
        <pc:spChg chg="mod">
          <ac:chgData name="Dave Sushames" userId="ce71797e-895c-47df-af8e-c160254d5cef" providerId="ADAL" clId="{067FCE3D-3D41-4548-936F-F0A348C85C95}" dt="2026-09-15T01:13:10.415" v="277" actId="20577"/>
          <ac:spMkLst>
            <pc:docMk/>
            <pc:sldMk cId="2530877575" sldId="263"/>
            <ac:spMk id="3" creationId="{CC6EEA5A-9F43-9FE8-BD39-3261513B255C}"/>
          </ac:spMkLst>
        </pc:spChg>
      </pc:sldChg>
      <pc:sldChg chg="modSp mod">
        <pc:chgData name="Dave Sushames" userId="ce71797e-895c-47df-af8e-c160254d5cef" providerId="ADAL" clId="{067FCE3D-3D41-4548-936F-F0A348C85C95}" dt="2026-09-15T01:38:00.563" v="691" actId="20577"/>
        <pc:sldMkLst>
          <pc:docMk/>
          <pc:sldMk cId="1156493726" sldId="264"/>
        </pc:sldMkLst>
        <pc:spChg chg="mod">
          <ac:chgData name="Dave Sushames" userId="ce71797e-895c-47df-af8e-c160254d5cef" providerId="ADAL" clId="{067FCE3D-3D41-4548-936F-F0A348C85C95}" dt="2026-09-15T01:38:00.563" v="691" actId="20577"/>
          <ac:spMkLst>
            <pc:docMk/>
            <pc:sldMk cId="1156493726" sldId="264"/>
            <ac:spMk id="2" creationId="{2560F230-3A14-B66C-477C-5A707C1E83DD}"/>
          </ac:spMkLst>
        </pc:spChg>
        <pc:spChg chg="mod">
          <ac:chgData name="Dave Sushames" userId="ce71797e-895c-47df-af8e-c160254d5cef" providerId="ADAL" clId="{067FCE3D-3D41-4548-936F-F0A348C85C95}" dt="2026-09-15T01:28:44.689" v="532" actId="20577"/>
          <ac:spMkLst>
            <pc:docMk/>
            <pc:sldMk cId="1156493726" sldId="264"/>
            <ac:spMk id="3" creationId="{7A08BBEA-DC63-C183-A48F-6420D069B876}"/>
          </ac:spMkLst>
        </pc:spChg>
      </pc:sldChg>
      <pc:sldChg chg="modSp mod">
        <pc:chgData name="Dave Sushames" userId="ce71797e-895c-47df-af8e-c160254d5cef" providerId="ADAL" clId="{067FCE3D-3D41-4548-936F-F0A348C85C95}" dt="2026-09-15T01:15:55.296" v="280" actId="20577"/>
        <pc:sldMkLst>
          <pc:docMk/>
          <pc:sldMk cId="1251441915" sldId="267"/>
        </pc:sldMkLst>
        <pc:spChg chg="mod">
          <ac:chgData name="Dave Sushames" userId="ce71797e-895c-47df-af8e-c160254d5cef" providerId="ADAL" clId="{067FCE3D-3D41-4548-936F-F0A348C85C95}" dt="2026-09-15T01:15:55.296" v="280" actId="20577"/>
          <ac:spMkLst>
            <pc:docMk/>
            <pc:sldMk cId="1251441915" sldId="267"/>
            <ac:spMk id="3" creationId="{A1BF2D46-F7DC-B8C3-2E45-C4E0D2A1E1C9}"/>
          </ac:spMkLst>
        </pc:spChg>
      </pc:sldChg>
      <pc:sldChg chg="modSp mod">
        <pc:chgData name="Dave Sushames" userId="ce71797e-895c-47df-af8e-c160254d5cef" providerId="ADAL" clId="{067FCE3D-3D41-4548-936F-F0A348C85C95}" dt="2026-09-15T01:17:45.568" v="283" actId="20577"/>
        <pc:sldMkLst>
          <pc:docMk/>
          <pc:sldMk cId="3959275895" sldId="268"/>
        </pc:sldMkLst>
        <pc:spChg chg="mod">
          <ac:chgData name="Dave Sushames" userId="ce71797e-895c-47df-af8e-c160254d5cef" providerId="ADAL" clId="{067FCE3D-3D41-4548-936F-F0A348C85C95}" dt="2026-09-15T01:17:45.568" v="283" actId="20577"/>
          <ac:spMkLst>
            <pc:docMk/>
            <pc:sldMk cId="3959275895" sldId="268"/>
            <ac:spMk id="3" creationId="{F2F109EC-CF5E-94D0-6F6D-FCD1015433D6}"/>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NZ"/>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B3E8873-2D4B-40B1-8349-A9E319D95B93}" type="datetimeFigureOut">
              <a:rPr lang="en-NZ" smtClean="0"/>
              <a:t>15/09/2026</a:t>
            </a:fld>
            <a:endParaRPr lang="en-NZ"/>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NZ"/>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NZ"/>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C0C0680-FCA9-4737-AAE5-492C44C5320D}" type="slidenum">
              <a:rPr lang="en-NZ" smtClean="0"/>
              <a:t>‹#›</a:t>
            </a:fld>
            <a:endParaRPr lang="en-NZ"/>
          </a:p>
        </p:txBody>
      </p:sp>
    </p:spTree>
    <p:extLst>
      <p:ext uri="{BB962C8B-B14F-4D97-AF65-F5344CB8AC3E}">
        <p14:creationId xmlns:p14="http://schemas.microsoft.com/office/powerpoint/2010/main" val="18984347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a:t>
            </a:r>
            <a:endParaRPr lang="en-NZ" dirty="0"/>
          </a:p>
        </p:txBody>
      </p:sp>
      <p:sp>
        <p:nvSpPr>
          <p:cNvPr id="4" name="Slide Number Placeholder 3"/>
          <p:cNvSpPr>
            <a:spLocks noGrp="1"/>
          </p:cNvSpPr>
          <p:nvPr>
            <p:ph type="sldNum" sz="quarter" idx="5"/>
          </p:nvPr>
        </p:nvSpPr>
        <p:spPr/>
        <p:txBody>
          <a:bodyPr/>
          <a:lstStyle/>
          <a:p>
            <a:fld id="{0C0C0680-FCA9-4737-AAE5-492C44C5320D}" type="slidenum">
              <a:rPr lang="en-NZ" smtClean="0"/>
              <a:t>1</a:t>
            </a:fld>
            <a:endParaRPr lang="en-NZ"/>
          </a:p>
        </p:txBody>
      </p:sp>
    </p:spTree>
    <p:extLst>
      <p:ext uri="{BB962C8B-B14F-4D97-AF65-F5344CB8AC3E}">
        <p14:creationId xmlns:p14="http://schemas.microsoft.com/office/powerpoint/2010/main" val="369797493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a:t>
            </a:r>
            <a:endParaRPr lang="en-NZ" dirty="0"/>
          </a:p>
        </p:txBody>
      </p:sp>
      <p:sp>
        <p:nvSpPr>
          <p:cNvPr id="4" name="Slide Number Placeholder 3"/>
          <p:cNvSpPr>
            <a:spLocks noGrp="1"/>
          </p:cNvSpPr>
          <p:nvPr>
            <p:ph type="sldNum" sz="quarter" idx="5"/>
          </p:nvPr>
        </p:nvSpPr>
        <p:spPr/>
        <p:txBody>
          <a:bodyPr/>
          <a:lstStyle/>
          <a:p>
            <a:fld id="{0C0C0680-FCA9-4737-AAE5-492C44C5320D}" type="slidenum">
              <a:rPr lang="en-NZ" smtClean="0"/>
              <a:t>2</a:t>
            </a:fld>
            <a:endParaRPr lang="en-NZ"/>
          </a:p>
        </p:txBody>
      </p:sp>
    </p:spTree>
    <p:extLst>
      <p:ext uri="{BB962C8B-B14F-4D97-AF65-F5344CB8AC3E}">
        <p14:creationId xmlns:p14="http://schemas.microsoft.com/office/powerpoint/2010/main" val="262778020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a:t>
            </a:r>
            <a:endParaRPr lang="en-NZ" dirty="0"/>
          </a:p>
        </p:txBody>
      </p:sp>
      <p:sp>
        <p:nvSpPr>
          <p:cNvPr id="4" name="Slide Number Placeholder 3"/>
          <p:cNvSpPr>
            <a:spLocks noGrp="1"/>
          </p:cNvSpPr>
          <p:nvPr>
            <p:ph type="sldNum" sz="quarter" idx="5"/>
          </p:nvPr>
        </p:nvSpPr>
        <p:spPr/>
        <p:txBody>
          <a:bodyPr/>
          <a:lstStyle/>
          <a:p>
            <a:fld id="{0C0C0680-FCA9-4737-AAE5-492C44C5320D}" type="slidenum">
              <a:rPr lang="en-NZ" smtClean="0"/>
              <a:t>3</a:t>
            </a:fld>
            <a:endParaRPr lang="en-NZ"/>
          </a:p>
        </p:txBody>
      </p:sp>
    </p:spTree>
    <p:extLst>
      <p:ext uri="{BB962C8B-B14F-4D97-AF65-F5344CB8AC3E}">
        <p14:creationId xmlns:p14="http://schemas.microsoft.com/office/powerpoint/2010/main" val="123521354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a:t>
            </a:r>
            <a:endParaRPr lang="en-NZ" dirty="0"/>
          </a:p>
        </p:txBody>
      </p:sp>
      <p:sp>
        <p:nvSpPr>
          <p:cNvPr id="4" name="Slide Number Placeholder 3"/>
          <p:cNvSpPr>
            <a:spLocks noGrp="1"/>
          </p:cNvSpPr>
          <p:nvPr>
            <p:ph type="sldNum" sz="quarter" idx="5"/>
          </p:nvPr>
        </p:nvSpPr>
        <p:spPr/>
        <p:txBody>
          <a:bodyPr/>
          <a:lstStyle/>
          <a:p>
            <a:fld id="{0C0C0680-FCA9-4737-AAE5-492C44C5320D}" type="slidenum">
              <a:rPr lang="en-NZ" smtClean="0"/>
              <a:t>4</a:t>
            </a:fld>
            <a:endParaRPr lang="en-NZ"/>
          </a:p>
        </p:txBody>
      </p:sp>
    </p:spTree>
    <p:extLst>
      <p:ext uri="{BB962C8B-B14F-4D97-AF65-F5344CB8AC3E}">
        <p14:creationId xmlns:p14="http://schemas.microsoft.com/office/powerpoint/2010/main" val="334494949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
            </a:r>
            <a:endParaRPr lang="en-NZ" dirty="0"/>
          </a:p>
        </p:txBody>
      </p:sp>
      <p:sp>
        <p:nvSpPr>
          <p:cNvPr id="4" name="Slide Number Placeholder 3"/>
          <p:cNvSpPr>
            <a:spLocks noGrp="1"/>
          </p:cNvSpPr>
          <p:nvPr>
            <p:ph type="sldNum" sz="quarter" idx="5"/>
          </p:nvPr>
        </p:nvSpPr>
        <p:spPr/>
        <p:txBody>
          <a:bodyPr/>
          <a:lstStyle/>
          <a:p>
            <a:fld id="{0C0C0680-FCA9-4737-AAE5-492C44C5320D}" type="slidenum">
              <a:rPr lang="en-NZ" smtClean="0"/>
              <a:t>5</a:t>
            </a:fld>
            <a:endParaRPr lang="en-NZ"/>
          </a:p>
        </p:txBody>
      </p:sp>
    </p:spTree>
    <p:extLst>
      <p:ext uri="{BB962C8B-B14F-4D97-AF65-F5344CB8AC3E}">
        <p14:creationId xmlns:p14="http://schemas.microsoft.com/office/powerpoint/2010/main" val="202810541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
            </a:r>
            <a:endParaRPr lang="en-NZ" dirty="0"/>
          </a:p>
        </p:txBody>
      </p:sp>
      <p:sp>
        <p:nvSpPr>
          <p:cNvPr id="4" name="Slide Number Placeholder 3"/>
          <p:cNvSpPr>
            <a:spLocks noGrp="1"/>
          </p:cNvSpPr>
          <p:nvPr>
            <p:ph type="sldNum" sz="quarter" idx="5"/>
          </p:nvPr>
        </p:nvSpPr>
        <p:spPr/>
        <p:txBody>
          <a:bodyPr/>
          <a:lstStyle/>
          <a:p>
            <a:fld id="{0C0C0680-FCA9-4737-AAE5-492C44C5320D}" type="slidenum">
              <a:rPr lang="en-NZ" smtClean="0"/>
              <a:t>6</a:t>
            </a:fld>
            <a:endParaRPr lang="en-NZ"/>
          </a:p>
        </p:txBody>
      </p:sp>
    </p:spTree>
    <p:extLst>
      <p:ext uri="{BB962C8B-B14F-4D97-AF65-F5344CB8AC3E}">
        <p14:creationId xmlns:p14="http://schemas.microsoft.com/office/powerpoint/2010/main" val="417989111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
            </a:r>
            <a:endParaRPr lang="en-NZ" dirty="0"/>
          </a:p>
        </p:txBody>
      </p:sp>
      <p:sp>
        <p:nvSpPr>
          <p:cNvPr id="4" name="Slide Number Placeholder 3"/>
          <p:cNvSpPr>
            <a:spLocks noGrp="1"/>
          </p:cNvSpPr>
          <p:nvPr>
            <p:ph type="sldNum" sz="quarter" idx="5"/>
          </p:nvPr>
        </p:nvSpPr>
        <p:spPr/>
        <p:txBody>
          <a:bodyPr/>
          <a:lstStyle/>
          <a:p>
            <a:fld id="{0C0C0680-FCA9-4737-AAE5-492C44C5320D}" type="slidenum">
              <a:rPr lang="en-NZ" smtClean="0"/>
              <a:t>7</a:t>
            </a:fld>
            <a:endParaRPr lang="en-NZ"/>
          </a:p>
        </p:txBody>
      </p:sp>
    </p:spTree>
    <p:extLst>
      <p:ext uri="{BB962C8B-B14F-4D97-AF65-F5344CB8AC3E}">
        <p14:creationId xmlns:p14="http://schemas.microsoft.com/office/powerpoint/2010/main" val="372218558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
            </a:r>
            <a:endParaRPr lang="en-NZ" dirty="0"/>
          </a:p>
        </p:txBody>
      </p:sp>
      <p:sp>
        <p:nvSpPr>
          <p:cNvPr id="4" name="Slide Number Placeholder 3"/>
          <p:cNvSpPr>
            <a:spLocks noGrp="1"/>
          </p:cNvSpPr>
          <p:nvPr>
            <p:ph type="sldNum" sz="quarter" idx="5"/>
          </p:nvPr>
        </p:nvSpPr>
        <p:spPr/>
        <p:txBody>
          <a:bodyPr/>
          <a:lstStyle/>
          <a:p>
            <a:fld id="{0C0C0680-FCA9-4737-AAE5-492C44C5320D}" type="slidenum">
              <a:rPr lang="en-NZ" smtClean="0"/>
              <a:t>8</a:t>
            </a:fld>
            <a:endParaRPr lang="en-NZ"/>
          </a:p>
        </p:txBody>
      </p:sp>
    </p:spTree>
    <p:extLst>
      <p:ext uri="{BB962C8B-B14F-4D97-AF65-F5344CB8AC3E}">
        <p14:creationId xmlns:p14="http://schemas.microsoft.com/office/powerpoint/2010/main" val="48926712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t>
            </a:r>
            <a:endParaRPr lang="en-NZ" dirty="0"/>
          </a:p>
        </p:txBody>
      </p:sp>
      <p:sp>
        <p:nvSpPr>
          <p:cNvPr id="4" name="Slide Number Placeholder 3"/>
          <p:cNvSpPr>
            <a:spLocks noGrp="1"/>
          </p:cNvSpPr>
          <p:nvPr>
            <p:ph type="sldNum" sz="quarter" idx="5"/>
          </p:nvPr>
        </p:nvSpPr>
        <p:spPr/>
        <p:txBody>
          <a:bodyPr/>
          <a:lstStyle/>
          <a:p>
            <a:fld id="{0C0C0680-FCA9-4737-AAE5-492C44C5320D}" type="slidenum">
              <a:rPr lang="en-NZ" smtClean="0"/>
              <a:t>9</a:t>
            </a:fld>
            <a:endParaRPr lang="en-NZ"/>
          </a:p>
        </p:txBody>
      </p:sp>
    </p:spTree>
    <p:extLst>
      <p:ext uri="{BB962C8B-B14F-4D97-AF65-F5344CB8AC3E}">
        <p14:creationId xmlns:p14="http://schemas.microsoft.com/office/powerpoint/2010/main" val="99001560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t>
            </a:r>
            <a:endParaRPr lang="en-NZ" dirty="0"/>
          </a:p>
        </p:txBody>
      </p:sp>
      <p:sp>
        <p:nvSpPr>
          <p:cNvPr id="4" name="Slide Number Placeholder 3"/>
          <p:cNvSpPr>
            <a:spLocks noGrp="1"/>
          </p:cNvSpPr>
          <p:nvPr>
            <p:ph type="sldNum" sz="quarter" idx="5"/>
          </p:nvPr>
        </p:nvSpPr>
        <p:spPr/>
        <p:txBody>
          <a:bodyPr/>
          <a:lstStyle/>
          <a:p>
            <a:fld id="{0C0C0680-FCA9-4737-AAE5-492C44C5320D}" type="slidenum">
              <a:rPr lang="en-NZ" smtClean="0"/>
              <a:t>10</a:t>
            </a:fld>
            <a:endParaRPr lang="en-NZ"/>
          </a:p>
        </p:txBody>
      </p:sp>
    </p:spTree>
    <p:extLst>
      <p:ext uri="{BB962C8B-B14F-4D97-AF65-F5344CB8AC3E}">
        <p14:creationId xmlns:p14="http://schemas.microsoft.com/office/powerpoint/2010/main" val="7346929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t>
            </a:r>
            <a:endParaRPr lang="en-NZ" dirty="0"/>
          </a:p>
        </p:txBody>
      </p:sp>
      <p:sp>
        <p:nvSpPr>
          <p:cNvPr id="4" name="Slide Number Placeholder 3"/>
          <p:cNvSpPr>
            <a:spLocks noGrp="1"/>
          </p:cNvSpPr>
          <p:nvPr>
            <p:ph type="sldNum" sz="quarter" idx="5"/>
          </p:nvPr>
        </p:nvSpPr>
        <p:spPr/>
        <p:txBody>
          <a:bodyPr/>
          <a:lstStyle/>
          <a:p>
            <a:fld id="{0C0C0680-FCA9-4737-AAE5-492C44C5320D}" type="slidenum">
              <a:rPr lang="en-NZ" smtClean="0"/>
              <a:t>11</a:t>
            </a:fld>
            <a:endParaRPr lang="en-NZ"/>
          </a:p>
        </p:txBody>
      </p:sp>
    </p:spTree>
    <p:extLst>
      <p:ext uri="{BB962C8B-B14F-4D97-AF65-F5344CB8AC3E}">
        <p14:creationId xmlns:p14="http://schemas.microsoft.com/office/powerpoint/2010/main" val="915946581"/>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with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56642" y="97104"/>
            <a:ext cx="4134357" cy="3331896"/>
          </a:xfrm>
        </p:spPr>
        <p:txBody>
          <a:bodyPr vert="horz" lIns="91440" tIns="45720" rIns="91440" bIns="45720" rtlCol="0" anchor="t">
            <a:normAutofit/>
          </a:bodyPr>
          <a:lstStyle>
            <a:lvl1pPr>
              <a:defRPr lang="en-US" sz="4400" dirty="0"/>
            </a:lvl1pPr>
          </a:lstStyle>
          <a:p>
            <a:pPr lvl="0"/>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12648" y="4492488"/>
            <a:ext cx="3349751" cy="1411356"/>
          </a:xfrm>
        </p:spPr>
        <p:txBody>
          <a:bodyPr vert="horz" lIns="91440" tIns="45720" rIns="91440" bIns="45720" rtlCol="0" anchor="b">
            <a:normAutofit/>
          </a:bodyPr>
          <a:lstStyle>
            <a:lvl1pPr marL="0" indent="0">
              <a:buNone/>
              <a:defRPr lang="en-US" sz="1600" dirty="0"/>
            </a:lvl1pPr>
          </a:lstStyle>
          <a:p>
            <a:pPr lvl="0"/>
            <a:r>
              <a:rPr lang="en-US"/>
              <a:t>Click to edit Master subtitle style</a:t>
            </a:r>
            <a:endParaRPr lang="en-US" dirty="0"/>
          </a:p>
        </p:txBody>
      </p:sp>
      <p:sp>
        <p:nvSpPr>
          <p:cNvPr id="11" name="Picture Placeholder 10">
            <a:extLst>
              <a:ext uri="{FF2B5EF4-FFF2-40B4-BE49-F238E27FC236}">
                <a16:creationId xmlns:a16="http://schemas.microsoft.com/office/drawing/2014/main" id="{B24A208E-BD69-BB12-21B8-DA405B501FA8}"/>
              </a:ext>
            </a:extLst>
          </p:cNvPr>
          <p:cNvSpPr>
            <a:spLocks noGrp="1"/>
          </p:cNvSpPr>
          <p:nvPr>
            <p:ph type="pic" sz="quarter" idx="13" hasCustomPrompt="1"/>
          </p:nvPr>
        </p:nvSpPr>
        <p:spPr>
          <a:xfrm>
            <a:off x="4373880" y="0"/>
            <a:ext cx="7818120" cy="6858000"/>
          </a:xfrm>
          <a:blipFill dpi="0" rotWithShape="1">
            <a:blip r:embed="rId2">
              <a:alphaModFix amt="60000"/>
            </a:blip>
            <a:srcRect/>
            <a:stretch>
              <a:fillRect/>
            </a:stretch>
          </a:blipFill>
        </p:spPr>
        <p:txBody>
          <a:bodyPr/>
          <a:lstStyle>
            <a:lvl1pPr marL="0" indent="0">
              <a:buNone/>
              <a:defRPr/>
            </a:lvl1pPr>
          </a:lstStyle>
          <a:p>
            <a:r>
              <a:rPr lang="en-US" dirty="0"/>
              <a:t> </a:t>
            </a:r>
          </a:p>
        </p:txBody>
      </p:sp>
      <p:sp>
        <p:nvSpPr>
          <p:cNvPr id="8" name="Footer Placeholder 7">
            <a:extLst>
              <a:ext uri="{FF2B5EF4-FFF2-40B4-BE49-F238E27FC236}">
                <a16:creationId xmlns:a16="http://schemas.microsoft.com/office/drawing/2014/main" id="{9A6E6A4C-6C55-068A-43AA-78DB4D1D643B}"/>
              </a:ext>
            </a:extLst>
          </p:cNvPr>
          <p:cNvSpPr>
            <a:spLocks noGrp="1"/>
          </p:cNvSpPr>
          <p:nvPr>
            <p:ph type="ftr" sz="quarter" idx="15"/>
          </p:nvPr>
        </p:nvSpPr>
        <p:spPr>
          <a:xfrm>
            <a:off x="56644" y="6338703"/>
            <a:ext cx="2196699" cy="365125"/>
          </a:xfrm>
        </p:spPr>
        <p:txBody>
          <a:bodyPr/>
          <a:lstStyle/>
          <a:p>
            <a:endParaRPr lang="en-NZ"/>
          </a:p>
        </p:txBody>
      </p:sp>
      <p:sp>
        <p:nvSpPr>
          <p:cNvPr id="7" name="Date Placeholder 6">
            <a:extLst>
              <a:ext uri="{FF2B5EF4-FFF2-40B4-BE49-F238E27FC236}">
                <a16:creationId xmlns:a16="http://schemas.microsoft.com/office/drawing/2014/main" id="{F991F941-2D53-CC10-7947-62237A245FE0}"/>
              </a:ext>
            </a:extLst>
          </p:cNvPr>
          <p:cNvSpPr>
            <a:spLocks noGrp="1"/>
          </p:cNvSpPr>
          <p:nvPr>
            <p:ph type="dt" sz="half" idx="14"/>
          </p:nvPr>
        </p:nvSpPr>
        <p:spPr>
          <a:xfrm>
            <a:off x="2383669" y="6338703"/>
            <a:ext cx="1392578" cy="365125"/>
          </a:xfrm>
        </p:spPr>
        <p:txBody>
          <a:bodyPr/>
          <a:lstStyle/>
          <a:p>
            <a:fld id="{82AFC869-5EEF-42A8-8244-0DD91ADCD842}" type="datetimeFigureOut">
              <a:rPr lang="en-NZ" smtClean="0"/>
              <a:t>15/09/2026</a:t>
            </a:fld>
            <a:endParaRPr lang="en-NZ"/>
          </a:p>
        </p:txBody>
      </p:sp>
      <p:sp>
        <p:nvSpPr>
          <p:cNvPr id="9" name="Slide Number Placeholder 8">
            <a:extLst>
              <a:ext uri="{FF2B5EF4-FFF2-40B4-BE49-F238E27FC236}">
                <a16:creationId xmlns:a16="http://schemas.microsoft.com/office/drawing/2014/main" id="{C1A2CCFF-14A7-08A8-4465-732CD8928728}"/>
              </a:ext>
            </a:extLst>
          </p:cNvPr>
          <p:cNvSpPr>
            <a:spLocks noGrp="1"/>
          </p:cNvSpPr>
          <p:nvPr>
            <p:ph type="sldNum" sz="quarter" idx="16"/>
          </p:nvPr>
        </p:nvSpPr>
        <p:spPr>
          <a:xfrm>
            <a:off x="3776247" y="6342301"/>
            <a:ext cx="429207" cy="365125"/>
          </a:xfrm>
        </p:spPr>
        <p:txBody>
          <a:bodyPr/>
          <a:lstStyle/>
          <a:p>
            <a:fld id="{59C967F2-683A-4327-9830-80B5DBE0F423}" type="slidenum">
              <a:rPr lang="en-NZ" smtClean="0"/>
              <a:t>‹#›</a:t>
            </a:fld>
            <a:endParaRPr lang="en-NZ"/>
          </a:p>
        </p:txBody>
      </p:sp>
    </p:spTree>
    <p:extLst>
      <p:ext uri="{BB962C8B-B14F-4D97-AF65-F5344CB8AC3E}">
        <p14:creationId xmlns:p14="http://schemas.microsoft.com/office/powerpoint/2010/main" val="1482775665"/>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p:txBody>
          <a:bodyPr vert="horz" lIns="91440" tIns="45720" rIns="91440" bIns="45720" rtlCol="0" anchor="b">
            <a:normAutofit/>
          </a:bodyPr>
          <a:lstStyle>
            <a:lvl1pPr>
              <a:defRPr lang="en-US" dirty="0"/>
            </a:lvl1pPr>
          </a:lstStyle>
          <a:p>
            <a:pPr lvl="0"/>
            <a:r>
              <a:rPr lang="en-US"/>
              <a:t>Click to edit Master title style</a:t>
            </a:r>
            <a:endParaRPr lang="en-US" dirty="0"/>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a:xfrm>
            <a:off x="612647" y="1709862"/>
            <a:ext cx="10963656" cy="451375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NZ"/>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82AFC869-5EEF-42A8-8244-0DD91ADCD842}" type="datetimeFigureOut">
              <a:rPr lang="en-NZ" smtClean="0"/>
              <a:t>15/09/2026</a:t>
            </a:fld>
            <a:endParaRPr lang="en-NZ"/>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59C967F2-683A-4327-9830-80B5DBE0F423}" type="slidenum">
              <a:rPr lang="en-NZ" smtClean="0"/>
              <a:t>‹#›</a:t>
            </a:fld>
            <a:endParaRPr lang="en-NZ"/>
          </a:p>
        </p:txBody>
      </p:sp>
    </p:spTree>
    <p:extLst>
      <p:ext uri="{BB962C8B-B14F-4D97-AF65-F5344CB8AC3E}">
        <p14:creationId xmlns:p14="http://schemas.microsoft.com/office/powerpoint/2010/main" val="8179580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with Pictur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7846390" y="1411358"/>
            <a:ext cx="3888410" cy="2845567"/>
          </a:xfrm>
        </p:spPr>
        <p:txBody>
          <a:bodyPr vert="horz" lIns="91440" tIns="45720" rIns="91440" bIns="45720" rtlCol="0" anchor="b">
            <a:normAutofit/>
          </a:bodyPr>
          <a:lstStyle>
            <a:lvl1pPr>
              <a:defRPr lang="en-US" sz="4400" dirty="0"/>
            </a:lvl1pPr>
          </a:lstStyle>
          <a:p>
            <a:pPr lvl="0"/>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7846388" y="4403039"/>
            <a:ext cx="3888410" cy="1123122"/>
          </a:xfrm>
        </p:spPr>
        <p:txBody>
          <a:bodyPr vert="horz" lIns="91440" tIns="45720" rIns="91440" bIns="45720" rtlCol="0">
            <a:normAutofit/>
          </a:bodyPr>
          <a:lstStyle>
            <a:lvl1pPr marL="0" indent="0">
              <a:buNone/>
              <a:defRPr lang="en-US" sz="1600" dirty="0"/>
            </a:lvl1pPr>
          </a:lstStyle>
          <a:p>
            <a:pPr lvl="0"/>
            <a:r>
              <a:rPr lang="en-US"/>
              <a:t>Click to edit Master subtitle style</a:t>
            </a:r>
            <a:endParaRPr lang="en-US" dirty="0"/>
          </a:p>
        </p:txBody>
      </p:sp>
      <p:sp>
        <p:nvSpPr>
          <p:cNvPr id="14" name="Picture Placeholder 13">
            <a:extLst>
              <a:ext uri="{FF2B5EF4-FFF2-40B4-BE49-F238E27FC236}">
                <a16:creationId xmlns:a16="http://schemas.microsoft.com/office/drawing/2014/main" id="{51A639AF-317A-79DF-3175-64C726EA3189}"/>
              </a:ext>
            </a:extLst>
          </p:cNvPr>
          <p:cNvSpPr>
            <a:spLocks noGrp="1"/>
          </p:cNvSpPr>
          <p:nvPr>
            <p:ph type="pic" sz="quarter" idx="14" hasCustomPrompt="1"/>
          </p:nvPr>
        </p:nvSpPr>
        <p:spPr>
          <a:xfrm>
            <a:off x="1" y="0"/>
            <a:ext cx="7424272" cy="6858000"/>
          </a:xfrm>
          <a:custGeom>
            <a:avLst/>
            <a:gdLst>
              <a:gd name="connsiteX0" fmla="*/ 0 w 7195675"/>
              <a:gd name="connsiteY0" fmla="*/ 0 h 6858000"/>
              <a:gd name="connsiteX1" fmla="*/ 7195675 w 7195675"/>
              <a:gd name="connsiteY1" fmla="*/ 0 h 6858000"/>
              <a:gd name="connsiteX2" fmla="*/ 7195675 w 7195675"/>
              <a:gd name="connsiteY2" fmla="*/ 6858000 h 6858000"/>
              <a:gd name="connsiteX3" fmla="*/ 0 w 7195675"/>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7195675" h="6858000">
                <a:moveTo>
                  <a:pt x="0" y="0"/>
                </a:moveTo>
                <a:lnTo>
                  <a:pt x="7195675" y="0"/>
                </a:lnTo>
                <a:lnTo>
                  <a:pt x="7195675" y="6858000"/>
                </a:lnTo>
                <a:lnTo>
                  <a:pt x="0" y="6858000"/>
                </a:ln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7846388" y="6343955"/>
            <a:ext cx="2100482" cy="365125"/>
          </a:xfrm>
        </p:spPr>
        <p:txBody>
          <a:bodyPr/>
          <a:lstStyle/>
          <a:p>
            <a:endParaRPr lang="en-NZ"/>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9767853" y="6343955"/>
            <a:ext cx="1475163" cy="365125"/>
          </a:xfrm>
        </p:spPr>
        <p:txBody>
          <a:bodyPr/>
          <a:lstStyle>
            <a:lvl1pPr>
              <a:defRPr>
                <a:solidFill>
                  <a:schemeClr val="tx1"/>
                </a:solidFill>
                <a:effectLst/>
              </a:defRPr>
            </a:lvl1pPr>
          </a:lstStyle>
          <a:p>
            <a:fld id="{82AFC869-5EEF-42A8-8244-0DD91ADCD842}" type="datetimeFigureOut">
              <a:rPr lang="en-NZ" smtClean="0"/>
              <a:t>15/09/2026</a:t>
            </a:fld>
            <a:endParaRPr lang="en-NZ"/>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11296066" y="6343955"/>
            <a:ext cx="429207" cy="365125"/>
          </a:xfrm>
        </p:spPr>
        <p:txBody>
          <a:bodyPr/>
          <a:lstStyle/>
          <a:p>
            <a:fld id="{59C967F2-683A-4327-9830-80B5DBE0F423}" type="slidenum">
              <a:rPr lang="en-NZ" smtClean="0"/>
              <a:t>‹#›</a:t>
            </a:fld>
            <a:endParaRPr lang="en-NZ"/>
          </a:p>
        </p:txBody>
      </p:sp>
    </p:spTree>
    <p:extLst>
      <p:ext uri="{BB962C8B-B14F-4D97-AF65-F5344CB8AC3E}">
        <p14:creationId xmlns:p14="http://schemas.microsoft.com/office/powerpoint/2010/main" val="741965587"/>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12647" y="1143000"/>
            <a:ext cx="8683753" cy="3095149"/>
          </a:xfrm>
        </p:spPr>
        <p:txBody>
          <a:bodyPr vert="horz" lIns="91440" tIns="45720" rIns="91440" bIns="45720" rtlCol="0" anchor="b">
            <a:normAutofit/>
          </a:bodyPr>
          <a:lstStyle>
            <a:lvl1pPr>
              <a:defRPr lang="en-US" sz="6000" dirty="0"/>
            </a:lvl1pPr>
          </a:lstStyle>
          <a:p>
            <a:pPr lvl="0"/>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12647" y="4498848"/>
            <a:ext cx="6881457" cy="1014984"/>
          </a:xfrm>
        </p:spPr>
        <p:txBody>
          <a:bodyPr vert="horz" lIns="91440" tIns="45720" rIns="91440" bIns="45720" rtlCol="0">
            <a:normAutofit/>
          </a:bodyPr>
          <a:lstStyle>
            <a:lvl1pPr marL="0" indent="0">
              <a:buNone/>
              <a:defRPr lang="en-US" sz="1800" dirty="0"/>
            </a:lvl1pPr>
          </a:lstStyle>
          <a:p>
            <a:pPr lvl="0"/>
            <a:r>
              <a:rPr lang="en-US"/>
              <a:t>Click to edit Master subtitle style</a:t>
            </a:r>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612647" y="6343955"/>
            <a:ext cx="2805405" cy="365125"/>
          </a:xfrm>
        </p:spPr>
        <p:txBody>
          <a:bodyPr/>
          <a:lstStyle/>
          <a:p>
            <a:endParaRPr lang="en-NZ"/>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8221509" y="6343955"/>
            <a:ext cx="2875064" cy="365125"/>
          </a:xfrm>
        </p:spPr>
        <p:txBody>
          <a:bodyPr/>
          <a:lstStyle/>
          <a:p>
            <a:fld id="{82AFC869-5EEF-42A8-8244-0DD91ADCD842}" type="datetimeFigureOut">
              <a:rPr lang="en-NZ" smtClean="0"/>
              <a:t>15/09/2026</a:t>
            </a:fld>
            <a:endParaRPr lang="en-NZ"/>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p>
            <a:fld id="{59C967F2-683A-4327-9830-80B5DBE0F423}" type="slidenum">
              <a:rPr lang="en-NZ" smtClean="0"/>
              <a:t>‹#›</a:t>
            </a:fld>
            <a:endParaRPr lang="en-NZ"/>
          </a:p>
        </p:txBody>
      </p:sp>
    </p:spTree>
    <p:extLst>
      <p:ext uri="{BB962C8B-B14F-4D97-AF65-F5344CB8AC3E}">
        <p14:creationId xmlns:p14="http://schemas.microsoft.com/office/powerpoint/2010/main" val="2901022561"/>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ection Header">
    <p:bg>
      <p:bgRef idx="1001">
        <a:schemeClr val="bg1"/>
      </p:bgRef>
    </p:bg>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7AC53C90-8C33-0C80-CBD4-B3BEE604E231}"/>
              </a:ext>
            </a:extLst>
          </p:cNvPr>
          <p:cNvSpPr>
            <a:spLocks noGrp="1"/>
          </p:cNvSpPr>
          <p:nvPr>
            <p:ph type="title"/>
          </p:nvPr>
        </p:nvSpPr>
        <p:spPr>
          <a:xfrm>
            <a:off x="111758" y="1869103"/>
            <a:ext cx="9337042" cy="4906929"/>
          </a:xfrm>
        </p:spPr>
        <p:txBody>
          <a:bodyPr>
            <a:normAutofit/>
          </a:bodyPr>
          <a:lstStyle>
            <a:lvl1pPr>
              <a:defRPr sz="7400"/>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612647" y="137388"/>
            <a:ext cx="2805405" cy="365125"/>
          </a:xfrm>
        </p:spPr>
        <p:txBody>
          <a:bodyPr/>
          <a:lstStyle/>
          <a:p>
            <a:endParaRPr lang="en-NZ"/>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8893929" y="137388"/>
            <a:ext cx="2202644" cy="365125"/>
          </a:xfrm>
        </p:spPr>
        <p:txBody>
          <a:bodyPr/>
          <a:lstStyle/>
          <a:p>
            <a:fld id="{82AFC869-5EEF-42A8-8244-0DD91ADCD842}" type="datetimeFigureOut">
              <a:rPr lang="en-NZ" smtClean="0"/>
              <a:t>15/09/2026</a:t>
            </a:fld>
            <a:endParaRPr lang="en-NZ"/>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11147096" y="137388"/>
            <a:ext cx="429207" cy="365125"/>
          </a:xfrm>
        </p:spPr>
        <p:txBody>
          <a:bodyPr/>
          <a:lstStyle/>
          <a:p>
            <a:fld id="{59C967F2-683A-4327-9830-80B5DBE0F423}" type="slidenum">
              <a:rPr lang="en-NZ" smtClean="0"/>
              <a:t>‹#›</a:t>
            </a:fld>
            <a:endParaRPr lang="en-NZ"/>
          </a:p>
        </p:txBody>
      </p:sp>
    </p:spTree>
    <p:extLst>
      <p:ext uri="{BB962C8B-B14F-4D97-AF65-F5344CB8AC3E}">
        <p14:creationId xmlns:p14="http://schemas.microsoft.com/office/powerpoint/2010/main" val="3872499331"/>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hasCustomPrompt="1"/>
          </p:nvPr>
        </p:nvSpPr>
        <p:spPr>
          <a:xfrm>
            <a:off x="65111" y="105196"/>
            <a:ext cx="9023561" cy="2113392"/>
          </a:xfrm>
        </p:spPr>
        <p:txBody>
          <a:bodyPr anchor="t">
            <a:normAutofit/>
          </a:bodyPr>
          <a:lstStyle>
            <a:lvl1pPr>
              <a:defRPr sz="7200"/>
            </a:lvl1pPr>
          </a:lstStyle>
          <a:p>
            <a:r>
              <a:rPr lang="en-US" dirty="0"/>
              <a:t>Agenda</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12647" y="2484255"/>
            <a:ext cx="8467558" cy="3539514"/>
          </a:xfrm>
        </p:spPr>
        <p:txBody>
          <a:bodyPr>
            <a:normAutofit/>
          </a:bodyPr>
          <a:lstStyle>
            <a:lvl1pPr marL="457200" indent="-457200">
              <a:buFont typeface="+mj-lt"/>
              <a:buAutoNum type="arabicPeriod"/>
              <a:defRPr sz="1800"/>
            </a:lvl1pPr>
            <a:lvl2pPr marL="685800" indent="-457200">
              <a:buFont typeface="+mj-lt"/>
              <a:buAutoNum type="arabicPeriod"/>
              <a:defRPr sz="1600"/>
            </a:lvl2pPr>
            <a:lvl3pPr marL="800100" indent="-342900">
              <a:buFont typeface="+mj-lt"/>
              <a:buAutoNum type="arabicPeriod"/>
              <a:defRPr sz="1400"/>
            </a:lvl3pPr>
            <a:lvl4pPr marL="1028700" indent="-342900">
              <a:buFont typeface="+mj-lt"/>
              <a:buAutoNum type="arabicPeriod"/>
              <a:defRPr sz="1400"/>
            </a:lvl4pPr>
            <a:lvl5pPr marL="1257300" indent="-342900">
              <a:buFont typeface="+mj-lt"/>
              <a:buAutoNum type="arabicPeriod"/>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p:txBody>
          <a:bodyPr/>
          <a:lstStyle/>
          <a:p>
            <a:endParaRPr lang="en-NZ"/>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p:txBody>
          <a:bodyPr/>
          <a:lstStyle/>
          <a:p>
            <a:fld id="{82AFC869-5EEF-42A8-8244-0DD91ADCD842}" type="datetimeFigureOut">
              <a:rPr lang="en-NZ" smtClean="0"/>
              <a:t>15/09/2026</a:t>
            </a:fld>
            <a:endParaRPr lang="en-NZ"/>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p:txBody>
          <a:bodyPr/>
          <a:lstStyle/>
          <a:p>
            <a:fld id="{59C967F2-683A-4327-9830-80B5DBE0F423}" type="slidenum">
              <a:rPr lang="en-NZ" smtClean="0"/>
              <a:t>‹#›</a:t>
            </a:fld>
            <a:endParaRPr lang="en-NZ"/>
          </a:p>
        </p:txBody>
      </p:sp>
    </p:spTree>
    <p:extLst>
      <p:ext uri="{BB962C8B-B14F-4D97-AF65-F5344CB8AC3E}">
        <p14:creationId xmlns:p14="http://schemas.microsoft.com/office/powerpoint/2010/main" val="29984770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Agenda with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hasCustomPrompt="1"/>
          </p:nvPr>
        </p:nvSpPr>
        <p:spPr>
          <a:xfrm>
            <a:off x="4641011" y="73742"/>
            <a:ext cx="6863496" cy="2220726"/>
          </a:xfrm>
        </p:spPr>
        <p:txBody>
          <a:bodyPr anchor="t">
            <a:normAutofit/>
          </a:bodyPr>
          <a:lstStyle>
            <a:lvl1pPr>
              <a:defRPr sz="7200"/>
            </a:lvl1pPr>
          </a:lstStyle>
          <a:p>
            <a:r>
              <a:rPr lang="en-US" dirty="0"/>
              <a:t>Agenda</a:t>
            </a:r>
          </a:p>
        </p:txBody>
      </p:sp>
      <p:sp>
        <p:nvSpPr>
          <p:cNvPr id="10" name="Picture Placeholder 9">
            <a:extLst>
              <a:ext uri="{FF2B5EF4-FFF2-40B4-BE49-F238E27FC236}">
                <a16:creationId xmlns:a16="http://schemas.microsoft.com/office/drawing/2014/main" id="{DD26684C-23E4-F6A1-5A03-70AE7BEA72CA}"/>
              </a:ext>
            </a:extLst>
          </p:cNvPr>
          <p:cNvSpPr>
            <a:spLocks noGrp="1"/>
          </p:cNvSpPr>
          <p:nvPr>
            <p:ph type="pic" sz="quarter" idx="14" hasCustomPrompt="1"/>
          </p:nvPr>
        </p:nvSpPr>
        <p:spPr>
          <a:xfrm>
            <a:off x="1" y="0"/>
            <a:ext cx="4565591" cy="6858000"/>
          </a:xfrm>
          <a:custGeom>
            <a:avLst/>
            <a:gdLst>
              <a:gd name="connsiteX0" fmla="*/ 0 w 4565591"/>
              <a:gd name="connsiteY0" fmla="*/ 0 h 6858000"/>
              <a:gd name="connsiteX1" fmla="*/ 4565591 w 4565591"/>
              <a:gd name="connsiteY1" fmla="*/ 0 h 6858000"/>
              <a:gd name="connsiteX2" fmla="*/ 4565591 w 4565591"/>
              <a:gd name="connsiteY2" fmla="*/ 6858000 h 6858000"/>
              <a:gd name="connsiteX3" fmla="*/ 0 w 4565591"/>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4565591" h="6858000">
                <a:moveTo>
                  <a:pt x="0" y="0"/>
                </a:moveTo>
                <a:lnTo>
                  <a:pt x="4565591" y="0"/>
                </a:lnTo>
                <a:lnTo>
                  <a:pt x="4565591" y="6858000"/>
                </a:lnTo>
                <a:lnTo>
                  <a:pt x="0" y="6858000"/>
                </a:ln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5588000" y="2726267"/>
            <a:ext cx="5916507" cy="3436789"/>
          </a:xfrm>
        </p:spPr>
        <p:txBody>
          <a:bodyPr>
            <a:normAutofit/>
          </a:bodyPr>
          <a:lstStyle>
            <a:lvl1pPr marL="457200" indent="-457200">
              <a:buFont typeface="+mj-lt"/>
              <a:buAutoNum type="arabicPeriod"/>
              <a:defRPr sz="2000"/>
            </a:lvl1pPr>
            <a:lvl2pPr marL="571500" indent="-342900">
              <a:buFont typeface="+mj-lt"/>
              <a:buAutoNum type="arabicPeriod"/>
              <a:defRPr sz="1800"/>
            </a:lvl2pPr>
            <a:lvl3pPr marL="800100" indent="-342900">
              <a:buFont typeface="+mj-lt"/>
              <a:buAutoNum type="arabicPeriod"/>
              <a:defRPr sz="1600"/>
            </a:lvl3pPr>
            <a:lvl4pPr marL="1028700" indent="-342900">
              <a:buFont typeface="+mj-lt"/>
              <a:buAutoNum type="arabicPeriod"/>
              <a:defRPr sz="1400"/>
            </a:lvl4pPr>
            <a:lvl5pPr>
              <a:buFont typeface="+mj-lt"/>
              <a:buAutoNum type="arabicPeriod"/>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a:xfrm>
            <a:off x="5588000" y="6343955"/>
            <a:ext cx="2985400" cy="365125"/>
          </a:xfrm>
        </p:spPr>
        <p:txBody>
          <a:bodyPr/>
          <a:lstStyle/>
          <a:p>
            <a:endParaRPr lang="en-NZ"/>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a:xfrm>
            <a:off x="9535886" y="6343955"/>
            <a:ext cx="1553108" cy="365125"/>
          </a:xfrm>
        </p:spPr>
        <p:txBody>
          <a:bodyPr/>
          <a:lstStyle/>
          <a:p>
            <a:fld id="{82AFC869-5EEF-42A8-8244-0DD91ADCD842}" type="datetimeFigureOut">
              <a:rPr lang="en-NZ" smtClean="0"/>
              <a:t>15/09/2026</a:t>
            </a:fld>
            <a:endParaRPr lang="en-NZ"/>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a:xfrm>
            <a:off x="11147096" y="6343955"/>
            <a:ext cx="429207" cy="365125"/>
          </a:xfrm>
        </p:spPr>
        <p:txBody>
          <a:bodyPr/>
          <a:lstStyle/>
          <a:p>
            <a:fld id="{59C967F2-683A-4327-9830-80B5DBE0F423}" type="slidenum">
              <a:rPr lang="en-NZ" smtClean="0"/>
              <a:t>‹#›</a:t>
            </a:fld>
            <a:endParaRPr lang="en-NZ"/>
          </a:p>
        </p:txBody>
      </p:sp>
    </p:spTree>
    <p:extLst>
      <p:ext uri="{BB962C8B-B14F-4D97-AF65-F5344CB8AC3E}">
        <p14:creationId xmlns:p14="http://schemas.microsoft.com/office/powerpoint/2010/main" val="257455433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Cont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4678" y="1388700"/>
            <a:ext cx="3923455" cy="4083580"/>
          </a:xfrm>
        </p:spPr>
        <p:txBody>
          <a:bodyPr vert="horz" lIns="91440" tIns="45720" rIns="91440" bIns="45720" rtlCol="0" anchor="t">
            <a:normAutofit/>
          </a:bodyPr>
          <a:lstStyle>
            <a:lvl1pPr>
              <a:defRPr lang="en-US" dirty="0"/>
            </a:lvl1pPr>
          </a:lstStyle>
          <a:p>
            <a:pPr lvl="0"/>
            <a:r>
              <a:rPr lang="en-US"/>
              <a:t>Click to edit Master title style</a:t>
            </a:r>
            <a:endParaRPr lang="en-US" dirty="0"/>
          </a:p>
        </p:txBody>
      </p:sp>
      <p:sp>
        <p:nvSpPr>
          <p:cNvPr id="8" name="Content Placeholder 7">
            <a:extLst>
              <a:ext uri="{FF2B5EF4-FFF2-40B4-BE49-F238E27FC236}">
                <a16:creationId xmlns:a16="http://schemas.microsoft.com/office/drawing/2014/main" id="{FFB4667A-FE47-8556-FD3A-55FDBA801D76}"/>
              </a:ext>
            </a:extLst>
          </p:cNvPr>
          <p:cNvSpPr>
            <a:spLocks noGrp="1"/>
          </p:cNvSpPr>
          <p:nvPr>
            <p:ph sz="quarter" idx="13"/>
          </p:nvPr>
        </p:nvSpPr>
        <p:spPr>
          <a:xfrm>
            <a:off x="5156011" y="1389134"/>
            <a:ext cx="6045390" cy="408357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NZ"/>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82AFC869-5EEF-42A8-8244-0DD91ADCD842}" type="datetimeFigureOut">
              <a:rPr lang="en-NZ" smtClean="0"/>
              <a:t>15/09/2026</a:t>
            </a:fld>
            <a:endParaRPr lang="en-NZ"/>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59C967F2-683A-4327-9830-80B5DBE0F423}" type="slidenum">
              <a:rPr lang="en-NZ" smtClean="0"/>
              <a:t>‹#›</a:t>
            </a:fld>
            <a:endParaRPr lang="en-NZ"/>
          </a:p>
        </p:txBody>
      </p:sp>
    </p:spTree>
    <p:extLst>
      <p:ext uri="{BB962C8B-B14F-4D97-AF65-F5344CB8AC3E}">
        <p14:creationId xmlns:p14="http://schemas.microsoft.com/office/powerpoint/2010/main" val="49625995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Conten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6" y="707549"/>
            <a:ext cx="3349754" cy="2721451"/>
          </a:xfrm>
        </p:spPr>
        <p:txBody>
          <a:bodyPr vert="horz" lIns="91440" tIns="45720" rIns="91440" bIns="45720" rtlCol="0" anchor="t">
            <a:normAutofit/>
          </a:bodyPr>
          <a:lstStyle>
            <a:lvl1pPr>
              <a:defRPr lang="en-US" sz="2500" dirty="0"/>
            </a:lvl1pPr>
          </a:lstStyle>
          <a:p>
            <a:pPr lvl="0"/>
            <a:r>
              <a:rPr lang="en-US"/>
              <a:t>Click to edit Master title style</a:t>
            </a:r>
            <a:endParaRPr lang="en-US" dirty="0"/>
          </a:p>
        </p:txBody>
      </p:sp>
      <p:sp>
        <p:nvSpPr>
          <p:cNvPr id="8" name="Content Placeholder 7">
            <a:extLst>
              <a:ext uri="{FF2B5EF4-FFF2-40B4-BE49-F238E27FC236}">
                <a16:creationId xmlns:a16="http://schemas.microsoft.com/office/drawing/2014/main" id="{8C71126E-AEFA-B45A-CD39-AC1315E03339}"/>
              </a:ext>
            </a:extLst>
          </p:cNvPr>
          <p:cNvSpPr>
            <a:spLocks noGrp="1"/>
          </p:cNvSpPr>
          <p:nvPr>
            <p:ph sz="quarter" idx="13"/>
          </p:nvPr>
        </p:nvSpPr>
        <p:spPr>
          <a:xfrm>
            <a:off x="4648200" y="708184"/>
            <a:ext cx="6928103" cy="551481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NZ"/>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82AFC869-5EEF-42A8-8244-0DD91ADCD842}" type="datetimeFigureOut">
              <a:rPr lang="en-NZ" smtClean="0"/>
              <a:t>15/09/2026</a:t>
            </a:fld>
            <a:endParaRPr lang="en-NZ"/>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59C967F2-683A-4327-9830-80B5DBE0F423}" type="slidenum">
              <a:rPr lang="en-NZ" smtClean="0"/>
              <a:t>‹#›</a:t>
            </a:fld>
            <a:endParaRPr lang="en-NZ"/>
          </a:p>
        </p:txBody>
      </p:sp>
    </p:spTree>
    <p:extLst>
      <p:ext uri="{BB962C8B-B14F-4D97-AF65-F5344CB8AC3E}">
        <p14:creationId xmlns:p14="http://schemas.microsoft.com/office/powerpoint/2010/main" val="8083912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Content with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156011" y="612648"/>
            <a:ext cx="6426389" cy="1143000"/>
          </a:xfrm>
        </p:spPr>
        <p:txBody>
          <a:bodyPr vert="horz" lIns="91440" tIns="45720" rIns="91440" bIns="45720" rtlCol="0" anchor="b">
            <a:normAutofit/>
          </a:bodyPr>
          <a:lstStyle>
            <a:lvl1pPr>
              <a:defRPr lang="en-US" dirty="0"/>
            </a:lvl1pPr>
          </a:lstStyle>
          <a:p>
            <a:pPr lvl="0"/>
            <a:r>
              <a:rPr lang="en-US"/>
              <a:t>Click to edit Master title style</a:t>
            </a:r>
            <a:endParaRPr lang="en-US" dirty="0"/>
          </a:p>
        </p:txBody>
      </p:sp>
      <p:sp>
        <p:nvSpPr>
          <p:cNvPr id="14" name="Picture Placeholder 13">
            <a:extLst>
              <a:ext uri="{FF2B5EF4-FFF2-40B4-BE49-F238E27FC236}">
                <a16:creationId xmlns:a16="http://schemas.microsoft.com/office/drawing/2014/main" id="{0F6718FE-EF5C-5023-A98D-91BFEF2C0337}"/>
              </a:ext>
            </a:extLst>
          </p:cNvPr>
          <p:cNvSpPr>
            <a:spLocks noGrp="1"/>
          </p:cNvSpPr>
          <p:nvPr>
            <p:ph type="pic" sz="quarter" idx="13" hasCustomPrompt="1"/>
          </p:nvPr>
        </p:nvSpPr>
        <p:spPr>
          <a:xfrm>
            <a:off x="0" y="1"/>
            <a:ext cx="4560454" cy="6858000"/>
          </a:xfrm>
          <a:custGeom>
            <a:avLst/>
            <a:gdLst>
              <a:gd name="connsiteX0" fmla="*/ 0 w 4560454"/>
              <a:gd name="connsiteY0" fmla="*/ 0 h 6858000"/>
              <a:gd name="connsiteX1" fmla="*/ 4560454 w 4560454"/>
              <a:gd name="connsiteY1" fmla="*/ 0 h 6858000"/>
              <a:gd name="connsiteX2" fmla="*/ 4560454 w 4560454"/>
              <a:gd name="connsiteY2" fmla="*/ 6858000 h 6858000"/>
              <a:gd name="connsiteX3" fmla="*/ 0 w 4560454"/>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4560454" h="6858000">
                <a:moveTo>
                  <a:pt x="0" y="0"/>
                </a:moveTo>
                <a:lnTo>
                  <a:pt x="4560454" y="0"/>
                </a:lnTo>
                <a:lnTo>
                  <a:pt x="4560454" y="6858000"/>
                </a:lnTo>
                <a:lnTo>
                  <a:pt x="0" y="6858000"/>
                </a:ln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5157368" y="1978488"/>
            <a:ext cx="6418935" cy="428558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Footer Placeholder 8">
            <a:extLst>
              <a:ext uri="{FF2B5EF4-FFF2-40B4-BE49-F238E27FC236}">
                <a16:creationId xmlns:a16="http://schemas.microsoft.com/office/drawing/2014/main" id="{C65BFCB1-FAA8-D03A-3B62-DCB2CF1CA112}"/>
              </a:ext>
            </a:extLst>
          </p:cNvPr>
          <p:cNvSpPr>
            <a:spLocks noGrp="1"/>
          </p:cNvSpPr>
          <p:nvPr>
            <p:ph type="ftr" sz="quarter" idx="16"/>
          </p:nvPr>
        </p:nvSpPr>
        <p:spPr>
          <a:xfrm>
            <a:off x="5156010" y="6343955"/>
            <a:ext cx="3364903" cy="365125"/>
          </a:xfrm>
        </p:spPr>
        <p:txBody>
          <a:bodyPr/>
          <a:lstStyle/>
          <a:p>
            <a:endParaRPr lang="en-NZ"/>
          </a:p>
        </p:txBody>
      </p:sp>
      <p:sp>
        <p:nvSpPr>
          <p:cNvPr id="4" name="Date Placeholder 3">
            <a:extLst>
              <a:ext uri="{FF2B5EF4-FFF2-40B4-BE49-F238E27FC236}">
                <a16:creationId xmlns:a16="http://schemas.microsoft.com/office/drawing/2014/main" id="{1E742B5C-5438-96A4-4A2A-AE939906F8A4}"/>
              </a:ext>
            </a:extLst>
          </p:cNvPr>
          <p:cNvSpPr>
            <a:spLocks noGrp="1"/>
          </p:cNvSpPr>
          <p:nvPr>
            <p:ph type="dt" sz="half" idx="15"/>
          </p:nvPr>
        </p:nvSpPr>
        <p:spPr>
          <a:xfrm>
            <a:off x="9030713" y="6343955"/>
            <a:ext cx="2060808" cy="365125"/>
          </a:xfrm>
        </p:spPr>
        <p:txBody>
          <a:bodyPr/>
          <a:lstStyle/>
          <a:p>
            <a:fld id="{82AFC869-5EEF-42A8-8244-0DD91ADCD842}" type="datetimeFigureOut">
              <a:rPr lang="en-NZ" smtClean="0"/>
              <a:t>15/09/2026</a:t>
            </a:fld>
            <a:endParaRPr lang="en-NZ"/>
          </a:p>
        </p:txBody>
      </p:sp>
      <p:sp>
        <p:nvSpPr>
          <p:cNvPr id="10" name="Slide Number Placeholder 9">
            <a:extLst>
              <a:ext uri="{FF2B5EF4-FFF2-40B4-BE49-F238E27FC236}">
                <a16:creationId xmlns:a16="http://schemas.microsoft.com/office/drawing/2014/main" id="{0A608994-46CD-AAE0-DCC4-A59D26254D84}"/>
              </a:ext>
            </a:extLst>
          </p:cNvPr>
          <p:cNvSpPr>
            <a:spLocks noGrp="1"/>
          </p:cNvSpPr>
          <p:nvPr>
            <p:ph type="sldNum" sz="quarter" idx="17"/>
          </p:nvPr>
        </p:nvSpPr>
        <p:spPr>
          <a:xfrm>
            <a:off x="11147096" y="6343955"/>
            <a:ext cx="429207" cy="365125"/>
          </a:xfrm>
        </p:spPr>
        <p:txBody>
          <a:bodyPr/>
          <a:lstStyle/>
          <a:p>
            <a:fld id="{59C967F2-683A-4327-9830-80B5DBE0F423}" type="slidenum">
              <a:rPr lang="en-NZ" smtClean="0"/>
              <a:t>‹#›</a:t>
            </a:fld>
            <a:endParaRPr lang="en-NZ"/>
          </a:p>
        </p:txBody>
      </p:sp>
    </p:spTree>
    <p:extLst>
      <p:ext uri="{BB962C8B-B14F-4D97-AF65-F5344CB8AC3E}">
        <p14:creationId xmlns:p14="http://schemas.microsoft.com/office/powerpoint/2010/main" val="28944024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Content with Pictur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632168" y="474177"/>
            <a:ext cx="6950232" cy="932688"/>
          </a:xfrm>
        </p:spPr>
        <p:txBody>
          <a:bodyPr vert="horz" lIns="91440" tIns="45720" rIns="91440" bIns="45720" rtlCol="0" anchor="b">
            <a:normAutofit/>
          </a:bodyPr>
          <a:lstStyle>
            <a:lvl1pPr>
              <a:defRPr lang="en-US" dirty="0"/>
            </a:lvl1pPr>
          </a:lstStyle>
          <a:p>
            <a:pPr lvl="0"/>
            <a:r>
              <a:rPr lang="en-US"/>
              <a:t>Click to edit Master title style</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0" y="1"/>
            <a:ext cx="4023360" cy="6858000"/>
          </a:xfrm>
          <a:blipFill dpi="0" rotWithShape="1">
            <a:blip r:embed="rId2">
              <a:alphaModFix amt="60000"/>
            </a:blip>
            <a:srcRect/>
            <a:stretch>
              <a:fillRect/>
            </a:stretch>
          </a:blipFill>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4632168" y="1627632"/>
            <a:ext cx="6950232" cy="468622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Footer Placeholder 3">
            <a:extLst>
              <a:ext uri="{FF2B5EF4-FFF2-40B4-BE49-F238E27FC236}">
                <a16:creationId xmlns:a16="http://schemas.microsoft.com/office/drawing/2014/main" id="{5446E4B5-B423-4137-0255-D68BAC85BE95}"/>
              </a:ext>
            </a:extLst>
          </p:cNvPr>
          <p:cNvSpPr>
            <a:spLocks noGrp="1"/>
          </p:cNvSpPr>
          <p:nvPr>
            <p:ph type="ftr" sz="quarter" idx="16"/>
          </p:nvPr>
        </p:nvSpPr>
        <p:spPr>
          <a:xfrm>
            <a:off x="4632168" y="6343955"/>
            <a:ext cx="3422906" cy="365125"/>
          </a:xfrm>
        </p:spPr>
        <p:txBody>
          <a:bodyPr/>
          <a:lstStyle/>
          <a:p>
            <a:endParaRPr lang="en-NZ"/>
          </a:p>
        </p:txBody>
      </p:sp>
      <p:sp>
        <p:nvSpPr>
          <p:cNvPr id="3" name="Date Placeholder 2">
            <a:extLst>
              <a:ext uri="{FF2B5EF4-FFF2-40B4-BE49-F238E27FC236}">
                <a16:creationId xmlns:a16="http://schemas.microsoft.com/office/drawing/2014/main" id="{F0BFB53A-8FDF-F131-DCF2-D7BECE95381F}"/>
              </a:ext>
            </a:extLst>
          </p:cNvPr>
          <p:cNvSpPr>
            <a:spLocks noGrp="1"/>
          </p:cNvSpPr>
          <p:nvPr>
            <p:ph type="dt" sz="half" idx="15"/>
          </p:nvPr>
        </p:nvSpPr>
        <p:spPr>
          <a:xfrm>
            <a:off x="8945699" y="6343955"/>
            <a:ext cx="2150873" cy="365125"/>
          </a:xfrm>
        </p:spPr>
        <p:txBody>
          <a:bodyPr/>
          <a:lstStyle/>
          <a:p>
            <a:fld id="{82AFC869-5EEF-42A8-8244-0DD91ADCD842}" type="datetimeFigureOut">
              <a:rPr lang="en-NZ" smtClean="0"/>
              <a:t>15/09/2026</a:t>
            </a:fld>
            <a:endParaRPr lang="en-NZ"/>
          </a:p>
        </p:txBody>
      </p:sp>
      <p:sp>
        <p:nvSpPr>
          <p:cNvPr id="9" name="Slide Number Placeholder 8">
            <a:extLst>
              <a:ext uri="{FF2B5EF4-FFF2-40B4-BE49-F238E27FC236}">
                <a16:creationId xmlns:a16="http://schemas.microsoft.com/office/drawing/2014/main" id="{79FEC5A8-0DCB-9EEB-83E2-0411804C543D}"/>
              </a:ext>
            </a:extLst>
          </p:cNvPr>
          <p:cNvSpPr>
            <a:spLocks noGrp="1"/>
          </p:cNvSpPr>
          <p:nvPr>
            <p:ph type="sldNum" sz="quarter" idx="17"/>
          </p:nvPr>
        </p:nvSpPr>
        <p:spPr>
          <a:xfrm>
            <a:off x="11147096" y="6343955"/>
            <a:ext cx="429207" cy="365125"/>
          </a:xfrm>
        </p:spPr>
        <p:txBody>
          <a:bodyPr/>
          <a:lstStyle/>
          <a:p>
            <a:fld id="{59C967F2-683A-4327-9830-80B5DBE0F423}" type="slidenum">
              <a:rPr lang="en-NZ" smtClean="0"/>
              <a:t>‹#›</a:t>
            </a:fld>
            <a:endParaRPr lang="en-NZ"/>
          </a:p>
        </p:txBody>
      </p:sp>
    </p:spTree>
    <p:extLst>
      <p:ext uri="{BB962C8B-B14F-4D97-AF65-F5344CB8AC3E}">
        <p14:creationId xmlns:p14="http://schemas.microsoft.com/office/powerpoint/2010/main" val="238142133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ontent with Pictur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7" y="475488"/>
            <a:ext cx="6858000" cy="932688"/>
          </a:xfrm>
        </p:spPr>
        <p:txBody>
          <a:bodyPr vert="horz" lIns="91440" tIns="45720" rIns="91440" bIns="45720" rtlCol="0" anchor="b">
            <a:normAutofit/>
          </a:bodyPr>
          <a:lstStyle>
            <a:lvl1pPr>
              <a:defRPr lang="en-US" dirty="0"/>
            </a:lvl1pPr>
          </a:lstStyle>
          <a:p>
            <a:pPr lvl="0"/>
            <a:r>
              <a:rPr lang="en-US"/>
              <a:t>Click to edit Master title style</a:t>
            </a:r>
            <a:endParaRPr lang="en-US" dirty="0"/>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12647" y="1627632"/>
            <a:ext cx="6858000" cy="453537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Footer Placeholder 8">
            <a:extLst>
              <a:ext uri="{FF2B5EF4-FFF2-40B4-BE49-F238E27FC236}">
                <a16:creationId xmlns:a16="http://schemas.microsoft.com/office/drawing/2014/main" id="{820916D3-99FA-E971-607F-14E290E58854}"/>
              </a:ext>
            </a:extLst>
          </p:cNvPr>
          <p:cNvSpPr>
            <a:spLocks noGrp="1"/>
          </p:cNvSpPr>
          <p:nvPr>
            <p:ph type="ftr" sz="quarter" idx="16"/>
          </p:nvPr>
        </p:nvSpPr>
        <p:spPr>
          <a:xfrm>
            <a:off x="612647" y="6346870"/>
            <a:ext cx="2805405" cy="365125"/>
          </a:xfrm>
        </p:spPr>
        <p:txBody>
          <a:bodyPr/>
          <a:lstStyle/>
          <a:p>
            <a:endParaRPr lang="en-NZ"/>
          </a:p>
        </p:txBody>
      </p:sp>
      <p:sp>
        <p:nvSpPr>
          <p:cNvPr id="4" name="Date Placeholder 3">
            <a:extLst>
              <a:ext uri="{FF2B5EF4-FFF2-40B4-BE49-F238E27FC236}">
                <a16:creationId xmlns:a16="http://schemas.microsoft.com/office/drawing/2014/main" id="{9F3CAD5B-18BB-E21E-3A4C-7BAACB8519A4}"/>
              </a:ext>
            </a:extLst>
          </p:cNvPr>
          <p:cNvSpPr>
            <a:spLocks noGrp="1"/>
          </p:cNvSpPr>
          <p:nvPr>
            <p:ph type="dt" sz="half" idx="15"/>
          </p:nvPr>
        </p:nvSpPr>
        <p:spPr>
          <a:xfrm>
            <a:off x="4115853" y="6346870"/>
            <a:ext cx="2925587" cy="365125"/>
          </a:xfrm>
        </p:spPr>
        <p:txBody>
          <a:bodyPr/>
          <a:lstStyle/>
          <a:p>
            <a:fld id="{82AFC869-5EEF-42A8-8244-0DD91ADCD842}" type="datetimeFigureOut">
              <a:rPr lang="en-NZ" smtClean="0"/>
              <a:t>15/09/2026</a:t>
            </a:fld>
            <a:endParaRPr lang="en-NZ"/>
          </a:p>
        </p:txBody>
      </p:sp>
      <p:sp>
        <p:nvSpPr>
          <p:cNvPr id="10" name="Slide Number Placeholder 9">
            <a:extLst>
              <a:ext uri="{FF2B5EF4-FFF2-40B4-BE49-F238E27FC236}">
                <a16:creationId xmlns:a16="http://schemas.microsoft.com/office/drawing/2014/main" id="{BBDEAB8E-8806-A459-E320-4CA2B455BFD7}"/>
              </a:ext>
            </a:extLst>
          </p:cNvPr>
          <p:cNvSpPr>
            <a:spLocks noGrp="1"/>
          </p:cNvSpPr>
          <p:nvPr>
            <p:ph type="sldNum" sz="quarter" idx="17"/>
          </p:nvPr>
        </p:nvSpPr>
        <p:spPr>
          <a:xfrm>
            <a:off x="7041440" y="6346870"/>
            <a:ext cx="429207" cy="365125"/>
          </a:xfrm>
        </p:spPr>
        <p:txBody>
          <a:bodyPr/>
          <a:lstStyle/>
          <a:p>
            <a:fld id="{59C967F2-683A-4327-9830-80B5DBE0F423}" type="slidenum">
              <a:rPr lang="en-NZ" smtClean="0"/>
              <a:t>‹#›</a:t>
            </a:fld>
            <a:endParaRPr lang="en-NZ"/>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8091732" y="0"/>
            <a:ext cx="4100267" cy="6858000"/>
          </a:xfrm>
          <a:blipFill dpi="0" rotWithShape="1">
            <a:blip r:embed="rId2">
              <a:alphaModFix amt="60000"/>
            </a:blip>
            <a:srcRect/>
            <a:stretch>
              <a:fillRect/>
            </a:stretch>
          </a:blipFill>
        </p:spPr>
        <p:txBody>
          <a:bodyPr/>
          <a:lstStyle>
            <a:lvl1pPr marL="0" indent="0">
              <a:buNone/>
              <a:defRPr/>
            </a:lvl1pPr>
          </a:lstStyle>
          <a:p>
            <a:r>
              <a:rPr lang="en-US" dirty="0"/>
              <a:t> </a:t>
            </a:r>
          </a:p>
        </p:txBody>
      </p:sp>
    </p:spTree>
    <p:extLst>
      <p:ext uri="{BB962C8B-B14F-4D97-AF65-F5344CB8AC3E}">
        <p14:creationId xmlns:p14="http://schemas.microsoft.com/office/powerpoint/2010/main" val="144589905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Content with Picture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9" y="420623"/>
            <a:ext cx="4494189" cy="1325880"/>
          </a:xfrm>
        </p:spPr>
        <p:txBody>
          <a:bodyPr vert="horz" lIns="91440" tIns="45720" rIns="91440" bIns="45720" rtlCol="0" anchor="b">
            <a:normAutofit/>
          </a:bodyPr>
          <a:lstStyle>
            <a:lvl1pPr>
              <a:defRPr lang="en-US" dirty="0"/>
            </a:lvl1pPr>
          </a:lstStyle>
          <a:p>
            <a:pPr lvl="0"/>
            <a:r>
              <a:rPr lang="en-US"/>
              <a:t>Click to edit Master title style</a:t>
            </a:r>
            <a:endParaRPr lang="en-US" dirty="0"/>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612775" y="1975104"/>
            <a:ext cx="4494063" cy="415695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12776" y="6343955"/>
            <a:ext cx="2098620" cy="365125"/>
          </a:xfrm>
        </p:spPr>
        <p:txBody>
          <a:bodyPr/>
          <a:lstStyle>
            <a:lvl1pPr>
              <a:defRPr>
                <a:solidFill>
                  <a:schemeClr val="tx1"/>
                </a:solidFill>
                <a:effectLst/>
              </a:defRPr>
            </a:lvl1pPr>
          </a:lstStyle>
          <a:p>
            <a:endParaRPr lang="en-NZ"/>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3213651" y="6343955"/>
            <a:ext cx="1573037" cy="365125"/>
          </a:xfrm>
        </p:spPr>
        <p:txBody>
          <a:bodyPr/>
          <a:lstStyle/>
          <a:p>
            <a:fld id="{82AFC869-5EEF-42A8-8244-0DD91ADCD842}" type="datetimeFigureOut">
              <a:rPr lang="en-NZ" smtClean="0"/>
              <a:t>15/09/2026</a:t>
            </a:fld>
            <a:endParaRPr lang="en-NZ"/>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4796658" y="6343955"/>
            <a:ext cx="429207" cy="365125"/>
          </a:xfrm>
        </p:spPr>
        <p:txBody>
          <a:bodyPr/>
          <a:lstStyle>
            <a:lvl1pPr>
              <a:defRPr>
                <a:solidFill>
                  <a:schemeClr val="tx1"/>
                </a:solidFill>
                <a:effectLst/>
              </a:defRPr>
            </a:lvl1pPr>
          </a:lstStyle>
          <a:p>
            <a:fld id="{59C967F2-683A-4327-9830-80B5DBE0F423}" type="slidenum">
              <a:rPr lang="en-NZ" smtClean="0"/>
              <a:t>‹#›</a:t>
            </a:fld>
            <a:endParaRPr lang="en-NZ"/>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5658928" y="0"/>
            <a:ext cx="6533072" cy="6858000"/>
          </a:xfrm>
          <a:blipFill dpi="0" rotWithShape="1">
            <a:blip r:embed="rId2">
              <a:alphaModFix amt="60000"/>
            </a:blip>
            <a:srcRect/>
            <a:stretch>
              <a:fillRect/>
            </a:stretch>
          </a:blipFill>
        </p:spPr>
        <p:txBody>
          <a:bodyPr/>
          <a:lstStyle>
            <a:lvl1pPr marL="0" indent="0">
              <a:buNone/>
              <a:defRPr/>
            </a:lvl1pPr>
          </a:lstStyle>
          <a:p>
            <a:r>
              <a:rPr lang="en-US" dirty="0"/>
              <a:t> </a:t>
            </a:r>
          </a:p>
        </p:txBody>
      </p:sp>
    </p:spTree>
    <p:extLst>
      <p:ext uri="{BB962C8B-B14F-4D97-AF65-F5344CB8AC3E}">
        <p14:creationId xmlns:p14="http://schemas.microsoft.com/office/powerpoint/2010/main" val="348223050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Content with Picture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5697" y="429768"/>
            <a:ext cx="3657600" cy="1667226"/>
          </a:xfrm>
        </p:spPr>
        <p:txBody>
          <a:bodyPr vert="horz" lIns="91440" tIns="45720" rIns="91440" bIns="45720" rtlCol="0" anchor="b">
            <a:normAutofit/>
          </a:bodyPr>
          <a:lstStyle>
            <a:lvl1pPr>
              <a:defRPr lang="en-US" dirty="0"/>
            </a:lvl1pPr>
          </a:lstStyle>
          <a:p>
            <a:pPr lvl="0"/>
            <a:r>
              <a:rPr lang="en-US"/>
              <a:t>Click to edit Master title style</a:t>
            </a:r>
            <a:endParaRPr lang="en-US" dirty="0"/>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615823" y="2315569"/>
            <a:ext cx="3657600" cy="381488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Footer Placeholder 8">
            <a:extLst>
              <a:ext uri="{FF2B5EF4-FFF2-40B4-BE49-F238E27FC236}">
                <a16:creationId xmlns:a16="http://schemas.microsoft.com/office/drawing/2014/main" id="{B09198F5-FF38-389C-E060-120AC6301809}"/>
              </a:ext>
            </a:extLst>
          </p:cNvPr>
          <p:cNvSpPr>
            <a:spLocks noGrp="1"/>
          </p:cNvSpPr>
          <p:nvPr>
            <p:ph type="ftr" sz="quarter" idx="16"/>
          </p:nvPr>
        </p:nvSpPr>
        <p:spPr>
          <a:xfrm>
            <a:off x="615697" y="6343955"/>
            <a:ext cx="1637337" cy="365125"/>
          </a:xfrm>
        </p:spPr>
        <p:txBody>
          <a:bodyPr/>
          <a:lstStyle/>
          <a:p>
            <a:endParaRPr lang="en-NZ"/>
          </a:p>
        </p:txBody>
      </p:sp>
      <p:sp>
        <p:nvSpPr>
          <p:cNvPr id="4" name="Date Placeholder 3">
            <a:extLst>
              <a:ext uri="{FF2B5EF4-FFF2-40B4-BE49-F238E27FC236}">
                <a16:creationId xmlns:a16="http://schemas.microsoft.com/office/drawing/2014/main" id="{15305F20-8340-4F06-2EA5-4D05FFED4587}"/>
              </a:ext>
            </a:extLst>
          </p:cNvPr>
          <p:cNvSpPr>
            <a:spLocks noGrp="1"/>
          </p:cNvSpPr>
          <p:nvPr>
            <p:ph type="dt" sz="half" idx="15"/>
          </p:nvPr>
        </p:nvSpPr>
        <p:spPr>
          <a:xfrm>
            <a:off x="2703447" y="6343955"/>
            <a:ext cx="949766" cy="365125"/>
          </a:xfrm>
        </p:spPr>
        <p:txBody>
          <a:bodyPr/>
          <a:lstStyle/>
          <a:p>
            <a:fld id="{82AFC869-5EEF-42A8-8244-0DD91ADCD842}" type="datetimeFigureOut">
              <a:rPr lang="en-NZ" smtClean="0"/>
              <a:t>15/09/2026</a:t>
            </a:fld>
            <a:endParaRPr lang="en-NZ"/>
          </a:p>
        </p:txBody>
      </p:sp>
      <p:sp>
        <p:nvSpPr>
          <p:cNvPr id="10" name="Slide Number Placeholder 9">
            <a:extLst>
              <a:ext uri="{FF2B5EF4-FFF2-40B4-BE49-F238E27FC236}">
                <a16:creationId xmlns:a16="http://schemas.microsoft.com/office/drawing/2014/main" id="{4963CA08-6B63-DC1E-8CB3-C323C9040122}"/>
              </a:ext>
            </a:extLst>
          </p:cNvPr>
          <p:cNvSpPr>
            <a:spLocks noGrp="1"/>
          </p:cNvSpPr>
          <p:nvPr>
            <p:ph type="sldNum" sz="quarter" idx="17"/>
          </p:nvPr>
        </p:nvSpPr>
        <p:spPr>
          <a:xfrm>
            <a:off x="3653213" y="6343955"/>
            <a:ext cx="429207" cy="365125"/>
          </a:xfrm>
        </p:spPr>
        <p:txBody>
          <a:bodyPr/>
          <a:lstStyle/>
          <a:p>
            <a:fld id="{59C967F2-683A-4327-9830-80B5DBE0F423}" type="slidenum">
              <a:rPr lang="en-NZ" smtClean="0"/>
              <a:t>‹#›</a:t>
            </a:fld>
            <a:endParaRPr lang="en-NZ"/>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4895088" y="0"/>
            <a:ext cx="7296912" cy="6858000"/>
          </a:xfrm>
          <a:blipFill dpi="0" rotWithShape="1">
            <a:blip r:embed="rId2">
              <a:alphaModFix amt="60000"/>
            </a:blip>
            <a:srcRect/>
            <a:stretch>
              <a:fillRect/>
            </a:stretch>
          </a:blipFill>
        </p:spPr>
        <p:txBody>
          <a:bodyPr/>
          <a:lstStyle>
            <a:lvl1pPr marL="0" indent="0">
              <a:buNone/>
              <a:defRPr/>
            </a:lvl1pPr>
          </a:lstStyle>
          <a:p>
            <a:r>
              <a:rPr lang="en-US" dirty="0"/>
              <a:t> </a:t>
            </a:r>
          </a:p>
        </p:txBody>
      </p:sp>
    </p:spTree>
    <p:extLst>
      <p:ext uri="{BB962C8B-B14F-4D97-AF65-F5344CB8AC3E}">
        <p14:creationId xmlns:p14="http://schemas.microsoft.com/office/powerpoint/2010/main" val="362579593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Content with Picture 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888061" y="929554"/>
            <a:ext cx="2699254" cy="1858941"/>
          </a:xfrm>
        </p:spPr>
        <p:txBody>
          <a:bodyPr vert="horz" lIns="91440" tIns="45720" rIns="91440" bIns="45720" rtlCol="0" anchor="b">
            <a:normAutofit/>
          </a:bodyPr>
          <a:lstStyle>
            <a:lvl1pPr>
              <a:defRPr lang="en-US" sz="2500" dirty="0"/>
            </a:lvl1pPr>
          </a:lstStyle>
          <a:p>
            <a:pPr lvl="0"/>
            <a:r>
              <a:rPr lang="en-US"/>
              <a:t>Click to edit Master title style</a:t>
            </a:r>
            <a:endParaRPr lang="en-US" dirty="0"/>
          </a:p>
        </p:txBody>
      </p:sp>
      <p:sp>
        <p:nvSpPr>
          <p:cNvPr id="10" name="Picture Placeholder 9">
            <a:extLst>
              <a:ext uri="{FF2B5EF4-FFF2-40B4-BE49-F238E27FC236}">
                <a16:creationId xmlns:a16="http://schemas.microsoft.com/office/drawing/2014/main" id="{3CA946DA-5AE8-39E2-3ADD-B8F06308C1C6}"/>
              </a:ext>
            </a:extLst>
          </p:cNvPr>
          <p:cNvSpPr>
            <a:spLocks noGrp="1"/>
          </p:cNvSpPr>
          <p:nvPr>
            <p:ph type="pic" sz="quarter" idx="13" hasCustomPrompt="1"/>
          </p:nvPr>
        </p:nvSpPr>
        <p:spPr>
          <a:xfrm>
            <a:off x="0" y="0"/>
            <a:ext cx="8326323" cy="6858000"/>
          </a:xfrm>
          <a:custGeom>
            <a:avLst/>
            <a:gdLst>
              <a:gd name="connsiteX0" fmla="*/ 0 w 8326323"/>
              <a:gd name="connsiteY0" fmla="*/ 0 h 6858000"/>
              <a:gd name="connsiteX1" fmla="*/ 8326323 w 8326323"/>
              <a:gd name="connsiteY1" fmla="*/ 0 h 6858000"/>
              <a:gd name="connsiteX2" fmla="*/ 8326323 w 8326323"/>
              <a:gd name="connsiteY2" fmla="*/ 6858000 h 6858000"/>
              <a:gd name="connsiteX3" fmla="*/ 0 w 8326323"/>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8326323" h="6858000">
                <a:moveTo>
                  <a:pt x="0" y="0"/>
                </a:moveTo>
                <a:lnTo>
                  <a:pt x="8326323" y="0"/>
                </a:lnTo>
                <a:lnTo>
                  <a:pt x="8326323" y="6858000"/>
                </a:lnTo>
                <a:lnTo>
                  <a:pt x="0" y="6858000"/>
                </a:ln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8889055" y="3011335"/>
            <a:ext cx="2693346" cy="2656250"/>
          </a:xfrm>
        </p:spPr>
        <p:txBody>
          <a:bodyPr vert="horz" lIns="91440" tIns="45720" rIns="91440" bIns="45720" rtlCol="0">
            <a:normAutofit/>
          </a:bodyPr>
          <a:lstStyle>
            <a:lvl1pPr marL="0" indent="0">
              <a:buNone/>
              <a:defRPr lang="en-US" dirty="0"/>
            </a:lvl1pPr>
            <a:lvl2pPr marL="228600" indent="0">
              <a:buNone/>
              <a:defRPr lang="en-US" dirty="0"/>
            </a:lvl2pPr>
            <a:lvl3pPr marL="457200" indent="0">
              <a:buNone/>
              <a:defRPr lang="en-US" dirty="0"/>
            </a:lvl3pPr>
            <a:lvl4pPr marL="685800" indent="0">
              <a:buNone/>
              <a:defRPr lang="en-US" dirty="0"/>
            </a:lvl4pPr>
            <a:lvl5pPr marL="914400" indent="0">
              <a:buNone/>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8888061" y="6343955"/>
            <a:ext cx="1404460" cy="365125"/>
          </a:xfrm>
        </p:spPr>
        <p:txBody>
          <a:bodyPr/>
          <a:lstStyle/>
          <a:p>
            <a:endParaRPr lang="en-NZ"/>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10292522" y="6343955"/>
            <a:ext cx="854573" cy="365125"/>
          </a:xfrm>
        </p:spPr>
        <p:txBody>
          <a:bodyPr/>
          <a:lstStyle>
            <a:lvl1pPr>
              <a:defRPr>
                <a:solidFill>
                  <a:schemeClr val="tx1"/>
                </a:solidFill>
                <a:effectLst/>
              </a:defRPr>
            </a:lvl1pPr>
          </a:lstStyle>
          <a:p>
            <a:fld id="{82AFC869-5EEF-42A8-8244-0DD91ADCD842}" type="datetimeFigureOut">
              <a:rPr lang="en-NZ" smtClean="0"/>
              <a:t>15/09/2026</a:t>
            </a:fld>
            <a:endParaRPr lang="en-NZ"/>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147096" y="6343955"/>
            <a:ext cx="429207" cy="365125"/>
          </a:xfrm>
        </p:spPr>
        <p:txBody>
          <a:bodyPr/>
          <a:lstStyle/>
          <a:p>
            <a:fld id="{59C967F2-683A-4327-9830-80B5DBE0F423}" type="slidenum">
              <a:rPr lang="en-NZ" smtClean="0"/>
              <a:t>‹#›</a:t>
            </a:fld>
            <a:endParaRPr lang="en-NZ"/>
          </a:p>
        </p:txBody>
      </p:sp>
    </p:spTree>
    <p:extLst>
      <p:ext uri="{BB962C8B-B14F-4D97-AF65-F5344CB8AC3E}">
        <p14:creationId xmlns:p14="http://schemas.microsoft.com/office/powerpoint/2010/main" val="278823490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ontent with Picture 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6" y="4162318"/>
            <a:ext cx="3044954" cy="1892808"/>
          </a:xfrm>
        </p:spPr>
        <p:txBody>
          <a:bodyPr vert="horz" lIns="91440" tIns="45720" rIns="91440" bIns="45720" rtlCol="0" anchor="t">
            <a:normAutofit/>
          </a:bodyPr>
          <a:lstStyle>
            <a:lvl1pPr>
              <a:defRPr lang="en-US" sz="2500" dirty="0"/>
            </a:lvl1pPr>
          </a:lstStyle>
          <a:p>
            <a:pPr lvl="0"/>
            <a:r>
              <a:rPr lang="en-US"/>
              <a:t>Click to edit Master title style</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1" y="0"/>
            <a:ext cx="12192000" cy="3778270"/>
          </a:xfrm>
          <a:blipFill dpi="0" rotWithShape="1">
            <a:blip r:embed="rId2">
              <a:alphaModFix amt="60000"/>
            </a:blip>
            <a:srcRect/>
            <a:stretch>
              <a:fillRect/>
            </a:stretch>
          </a:blipFill>
        </p:spPr>
        <p:txBody>
          <a:bodyPr/>
          <a:lstStyle>
            <a:lvl1pPr marL="0" indent="0">
              <a:buNone/>
              <a:defRPr/>
            </a:lvl1pPr>
          </a:lstStyle>
          <a:p>
            <a:r>
              <a:rPr lang="en-US" dirty="0"/>
              <a:t> </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endParaRPr lang="en-NZ"/>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122370" y="4162318"/>
            <a:ext cx="7460029" cy="2091525"/>
          </a:xfrm>
        </p:spPr>
        <p:txBody>
          <a:bodyPr vert="horz" lIns="91440" tIns="45720" rIns="91440" bIns="45720" rtlCol="0">
            <a:normAutofit/>
          </a:bodyPr>
          <a:lstStyle>
            <a:lvl1pPr marL="0" indent="0">
              <a:buNone/>
              <a:defRPr lang="en-US" dirty="0"/>
            </a:lvl1pPr>
            <a:lvl2pPr marL="228600" indent="0">
              <a:buNone/>
              <a:defRPr lang="en-US" dirty="0"/>
            </a:lvl2pPr>
            <a:lvl3pPr marL="457200" indent="0">
              <a:buNone/>
              <a:defRPr lang="en-US" dirty="0"/>
            </a:lvl3pPr>
            <a:lvl4pPr marL="685800" indent="0">
              <a:buNone/>
              <a:defRPr lang="en-US" dirty="0"/>
            </a:lvl4pPr>
            <a:lvl5pPr marL="914400" indent="0">
              <a:buNone/>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82AFC869-5EEF-42A8-8244-0DD91ADCD842}" type="datetimeFigureOut">
              <a:rPr lang="en-NZ" smtClean="0"/>
              <a:t>15/09/2026</a:t>
            </a:fld>
            <a:endParaRPr lang="en-NZ"/>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59C967F2-683A-4327-9830-80B5DBE0F423}" type="slidenum">
              <a:rPr lang="en-NZ" smtClean="0"/>
              <a:t>‹#›</a:t>
            </a:fld>
            <a:endParaRPr lang="en-NZ"/>
          </a:p>
        </p:txBody>
      </p:sp>
    </p:spTree>
    <p:extLst>
      <p:ext uri="{BB962C8B-B14F-4D97-AF65-F5344CB8AC3E}">
        <p14:creationId xmlns:p14="http://schemas.microsoft.com/office/powerpoint/2010/main" val="65709285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Content with Picture 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7" y="559341"/>
            <a:ext cx="10969753" cy="932688"/>
          </a:xfrm>
        </p:spPr>
        <p:txBody>
          <a:bodyPr vert="horz" lIns="91440" tIns="45720" rIns="91440" bIns="45720" rtlCol="0" anchor="b">
            <a:normAutofit/>
          </a:bodyPr>
          <a:lstStyle>
            <a:lvl1pPr>
              <a:defRPr lang="en-US" dirty="0"/>
            </a:lvl1pPr>
          </a:lstStyle>
          <a:p>
            <a:pPr lvl="0"/>
            <a:r>
              <a:rPr lang="en-US"/>
              <a:t>Click to edit Master title style</a:t>
            </a:r>
            <a:endParaRPr lang="en-US" dirty="0"/>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12647" y="1912398"/>
            <a:ext cx="4637269" cy="420769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Footer Placeholder 8">
            <a:extLst>
              <a:ext uri="{FF2B5EF4-FFF2-40B4-BE49-F238E27FC236}">
                <a16:creationId xmlns:a16="http://schemas.microsoft.com/office/drawing/2014/main" id="{820916D3-99FA-E971-607F-14E290E58854}"/>
              </a:ext>
            </a:extLst>
          </p:cNvPr>
          <p:cNvSpPr>
            <a:spLocks noGrp="1"/>
          </p:cNvSpPr>
          <p:nvPr>
            <p:ph type="ftr" sz="quarter" idx="16"/>
          </p:nvPr>
        </p:nvSpPr>
        <p:spPr>
          <a:xfrm>
            <a:off x="612647" y="6343955"/>
            <a:ext cx="2642932" cy="365125"/>
          </a:xfrm>
        </p:spPr>
        <p:txBody>
          <a:bodyPr/>
          <a:lstStyle/>
          <a:p>
            <a:endParaRPr lang="en-NZ"/>
          </a:p>
        </p:txBody>
      </p:sp>
      <p:sp>
        <p:nvSpPr>
          <p:cNvPr id="5" name="Picture Placeholder 4">
            <a:extLst>
              <a:ext uri="{FF2B5EF4-FFF2-40B4-BE49-F238E27FC236}">
                <a16:creationId xmlns:a16="http://schemas.microsoft.com/office/drawing/2014/main" id="{EC8422D5-19BC-1CA0-FD0B-D86260BAA322}"/>
              </a:ext>
            </a:extLst>
          </p:cNvPr>
          <p:cNvSpPr>
            <a:spLocks noGrp="1"/>
          </p:cNvSpPr>
          <p:nvPr>
            <p:ph type="pic" sz="quarter" idx="18" hasCustomPrompt="1"/>
          </p:nvPr>
        </p:nvSpPr>
        <p:spPr>
          <a:xfrm>
            <a:off x="5737221" y="1912938"/>
            <a:ext cx="5741992" cy="4224337"/>
          </a:xfrm>
          <a:blipFill>
            <a:blip r:embed="rId2">
              <a:alphaModFix amt="60000"/>
            </a:blip>
            <a:stretch>
              <a:fillRect/>
            </a:stretch>
          </a:blipFill>
        </p:spPr>
        <p:txBody>
          <a:bodyPr/>
          <a:lstStyle>
            <a:lvl1pPr marL="0" indent="0">
              <a:buNone/>
              <a:defRPr/>
            </a:lvl1pPr>
          </a:lstStyle>
          <a:p>
            <a:r>
              <a:rPr lang="en-US" dirty="0"/>
              <a:t> </a:t>
            </a:r>
          </a:p>
        </p:txBody>
      </p:sp>
      <p:sp>
        <p:nvSpPr>
          <p:cNvPr id="4" name="Date Placeholder 3">
            <a:extLst>
              <a:ext uri="{FF2B5EF4-FFF2-40B4-BE49-F238E27FC236}">
                <a16:creationId xmlns:a16="http://schemas.microsoft.com/office/drawing/2014/main" id="{9F3CAD5B-18BB-E21E-3A4C-7BAACB8519A4}"/>
              </a:ext>
            </a:extLst>
          </p:cNvPr>
          <p:cNvSpPr>
            <a:spLocks noGrp="1"/>
          </p:cNvSpPr>
          <p:nvPr>
            <p:ph type="dt" sz="half" idx="15"/>
          </p:nvPr>
        </p:nvSpPr>
        <p:spPr>
          <a:xfrm>
            <a:off x="9686595" y="6343955"/>
            <a:ext cx="1449697" cy="365125"/>
          </a:xfrm>
        </p:spPr>
        <p:txBody>
          <a:bodyPr/>
          <a:lstStyle/>
          <a:p>
            <a:fld id="{82AFC869-5EEF-42A8-8244-0DD91ADCD842}" type="datetimeFigureOut">
              <a:rPr lang="en-NZ" smtClean="0"/>
              <a:t>15/09/2026</a:t>
            </a:fld>
            <a:endParaRPr lang="en-NZ"/>
          </a:p>
        </p:txBody>
      </p:sp>
      <p:sp>
        <p:nvSpPr>
          <p:cNvPr id="10" name="Slide Number Placeholder 9">
            <a:extLst>
              <a:ext uri="{FF2B5EF4-FFF2-40B4-BE49-F238E27FC236}">
                <a16:creationId xmlns:a16="http://schemas.microsoft.com/office/drawing/2014/main" id="{BBDEAB8E-8806-A459-E320-4CA2B455BFD7}"/>
              </a:ext>
            </a:extLst>
          </p:cNvPr>
          <p:cNvSpPr>
            <a:spLocks noGrp="1"/>
          </p:cNvSpPr>
          <p:nvPr>
            <p:ph type="sldNum" sz="quarter" idx="17"/>
          </p:nvPr>
        </p:nvSpPr>
        <p:spPr>
          <a:xfrm>
            <a:off x="11136293" y="6343955"/>
            <a:ext cx="443060" cy="365125"/>
          </a:xfrm>
        </p:spPr>
        <p:txBody>
          <a:bodyPr/>
          <a:lstStyle/>
          <a:p>
            <a:fld id="{59C967F2-683A-4327-9830-80B5DBE0F423}" type="slidenum">
              <a:rPr lang="en-NZ" smtClean="0"/>
              <a:t>‹#›</a:t>
            </a:fld>
            <a:endParaRPr lang="en-NZ"/>
          </a:p>
        </p:txBody>
      </p:sp>
    </p:spTree>
    <p:extLst>
      <p:ext uri="{BB962C8B-B14F-4D97-AF65-F5344CB8AC3E}">
        <p14:creationId xmlns:p14="http://schemas.microsoft.com/office/powerpoint/2010/main" val="341919616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Content with Picture 9">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706802"/>
            <a:ext cx="4672584" cy="1269482"/>
          </a:xfrm>
        </p:spPr>
        <p:txBody>
          <a:bodyPr vert="horz" lIns="91440" tIns="45720" rIns="91440" bIns="45720" rtlCol="0" anchor="t">
            <a:normAutofit/>
          </a:bodyPr>
          <a:lstStyle>
            <a:lvl1pPr>
              <a:defRPr lang="en-US" dirty="0"/>
            </a:lvl1pPr>
          </a:lstStyle>
          <a:p>
            <a:pPr lvl="0"/>
            <a:r>
              <a:rPr lang="en-US"/>
              <a:t>Click to edit Master title style</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720468" y="2173850"/>
            <a:ext cx="4564763" cy="3963682"/>
          </a:xfrm>
          <a:blipFill dpi="0" rotWithShape="1">
            <a:blip r:embed="rId2">
              <a:alphaModFix amt="60000"/>
            </a:blip>
            <a:srcRect/>
            <a:stretch>
              <a:fillRect/>
            </a:stretch>
          </a:blipFill>
        </p:spPr>
        <p:txBody>
          <a:bodyPr/>
          <a:lstStyle>
            <a:lvl1pPr marL="0" indent="0">
              <a:buNone/>
              <a:defRPr/>
            </a:lvl1pPr>
          </a:lstStyle>
          <a:p>
            <a:r>
              <a:rPr lang="en-US" dirty="0"/>
              <a:t> </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endParaRPr lang="en-NZ"/>
          </a:p>
        </p:txBody>
      </p:sp>
      <p:sp>
        <p:nvSpPr>
          <p:cNvPr id="8" name="Content Placeholder 7">
            <a:extLst>
              <a:ext uri="{FF2B5EF4-FFF2-40B4-BE49-F238E27FC236}">
                <a16:creationId xmlns:a16="http://schemas.microsoft.com/office/drawing/2014/main" id="{8BAC3300-BF12-B200-9F06-8D5AC45CB7EF}"/>
              </a:ext>
            </a:extLst>
          </p:cNvPr>
          <p:cNvSpPr>
            <a:spLocks noGrp="1"/>
          </p:cNvSpPr>
          <p:nvPr>
            <p:ph sz="quarter" idx="14"/>
          </p:nvPr>
        </p:nvSpPr>
        <p:spPr>
          <a:xfrm>
            <a:off x="5905563" y="732155"/>
            <a:ext cx="5676838" cy="540537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82AFC869-5EEF-42A8-8244-0DD91ADCD842}" type="datetimeFigureOut">
              <a:rPr lang="en-NZ" smtClean="0"/>
              <a:t>15/09/2026</a:t>
            </a:fld>
            <a:endParaRPr lang="en-NZ"/>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59C967F2-683A-4327-9830-80B5DBE0F423}" type="slidenum">
              <a:rPr lang="en-NZ" smtClean="0"/>
              <a:t>‹#›</a:t>
            </a:fld>
            <a:endParaRPr lang="en-NZ"/>
          </a:p>
        </p:txBody>
      </p:sp>
    </p:spTree>
    <p:extLst>
      <p:ext uri="{BB962C8B-B14F-4D97-AF65-F5344CB8AC3E}">
        <p14:creationId xmlns:p14="http://schemas.microsoft.com/office/powerpoint/2010/main" val="33338490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Number Large">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56306E-B77F-CE22-FA8C-F08F17B5E9B4}"/>
              </a:ext>
            </a:extLst>
          </p:cNvPr>
          <p:cNvSpPr>
            <a:spLocks noGrp="1"/>
          </p:cNvSpPr>
          <p:nvPr>
            <p:ph type="title"/>
          </p:nvPr>
        </p:nvSpPr>
        <p:spPr>
          <a:xfrm>
            <a:off x="1219199" y="4893733"/>
            <a:ext cx="9762068" cy="1059806"/>
          </a:xfrm>
        </p:spPr>
        <p:txBody>
          <a:bodyPr anchor="ctr">
            <a:normAutofit/>
          </a:bodyPr>
          <a:lstStyle>
            <a:lvl1pPr algn="ctr">
              <a:lnSpc>
                <a:spcPct val="110000"/>
              </a:lnSpc>
              <a:defRPr sz="2600" b="0">
                <a:solidFill>
                  <a:schemeClr val="tx1"/>
                </a:solidFill>
                <a:latin typeface="+mn-lt"/>
              </a:defRPr>
            </a:lvl1p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E418DF0B-1F85-2BB3-D241-A3A14BF72908}"/>
              </a:ext>
            </a:extLst>
          </p:cNvPr>
          <p:cNvSpPr>
            <a:spLocks noGrp="1"/>
          </p:cNvSpPr>
          <p:nvPr>
            <p:ph sz="quarter" idx="13" hasCustomPrompt="1"/>
          </p:nvPr>
        </p:nvSpPr>
        <p:spPr>
          <a:xfrm>
            <a:off x="822960" y="484094"/>
            <a:ext cx="10543032" cy="4536141"/>
          </a:xfrm>
        </p:spPr>
        <p:txBody>
          <a:bodyPr anchor="b">
            <a:normAutofit/>
          </a:bodyPr>
          <a:lstStyle>
            <a:lvl1pPr marL="0" indent="0" algn="ctr">
              <a:lnSpc>
                <a:spcPct val="90000"/>
              </a:lnSpc>
              <a:buNone/>
              <a:defRPr sz="27000" b="1">
                <a:solidFill>
                  <a:schemeClr val="tx1"/>
                </a:solidFill>
                <a:latin typeface="+mj-lt"/>
              </a:defRPr>
            </a:lvl1pPr>
          </a:lstStyle>
          <a:p>
            <a:pPr lvl="0"/>
            <a:r>
              <a:rPr lang="en-US" dirty="0"/>
              <a:t>##%</a:t>
            </a:r>
          </a:p>
        </p:txBody>
      </p:sp>
      <p:sp>
        <p:nvSpPr>
          <p:cNvPr id="4" name="Footer Placeholder 3">
            <a:extLst>
              <a:ext uri="{FF2B5EF4-FFF2-40B4-BE49-F238E27FC236}">
                <a16:creationId xmlns:a16="http://schemas.microsoft.com/office/drawing/2014/main" id="{C394E47C-0C77-0005-1755-14F7739DF22E}"/>
              </a:ext>
            </a:extLst>
          </p:cNvPr>
          <p:cNvSpPr>
            <a:spLocks noGrp="1"/>
          </p:cNvSpPr>
          <p:nvPr>
            <p:ph type="ftr" sz="quarter" idx="11"/>
          </p:nvPr>
        </p:nvSpPr>
        <p:spPr/>
        <p:txBody>
          <a:bodyPr/>
          <a:lstStyle>
            <a:lvl1pPr>
              <a:defRPr>
                <a:solidFill>
                  <a:schemeClr val="tx1"/>
                </a:solidFill>
              </a:defRPr>
            </a:lvl1pPr>
          </a:lstStyle>
          <a:p>
            <a:endParaRPr lang="en-NZ"/>
          </a:p>
        </p:txBody>
      </p:sp>
      <p:sp>
        <p:nvSpPr>
          <p:cNvPr id="3" name="Date Placeholder 2">
            <a:extLst>
              <a:ext uri="{FF2B5EF4-FFF2-40B4-BE49-F238E27FC236}">
                <a16:creationId xmlns:a16="http://schemas.microsoft.com/office/drawing/2014/main" id="{4A591E5F-EDEF-7D02-30E6-B960B5E45903}"/>
              </a:ext>
            </a:extLst>
          </p:cNvPr>
          <p:cNvSpPr>
            <a:spLocks noGrp="1"/>
          </p:cNvSpPr>
          <p:nvPr>
            <p:ph type="dt" sz="half" idx="10"/>
          </p:nvPr>
        </p:nvSpPr>
        <p:spPr/>
        <p:txBody>
          <a:bodyPr/>
          <a:lstStyle>
            <a:lvl1pPr>
              <a:defRPr>
                <a:solidFill>
                  <a:schemeClr val="tx1"/>
                </a:solidFill>
              </a:defRPr>
            </a:lvl1pPr>
          </a:lstStyle>
          <a:p>
            <a:fld id="{82AFC869-5EEF-42A8-8244-0DD91ADCD842}" type="datetimeFigureOut">
              <a:rPr lang="en-NZ" smtClean="0"/>
              <a:t>15/09/2026</a:t>
            </a:fld>
            <a:endParaRPr lang="en-NZ"/>
          </a:p>
        </p:txBody>
      </p:sp>
      <p:sp>
        <p:nvSpPr>
          <p:cNvPr id="5" name="Slide Number Placeholder 4">
            <a:extLst>
              <a:ext uri="{FF2B5EF4-FFF2-40B4-BE49-F238E27FC236}">
                <a16:creationId xmlns:a16="http://schemas.microsoft.com/office/drawing/2014/main" id="{CA0528A9-0729-B0FB-328C-3C96994AAB3C}"/>
              </a:ext>
            </a:extLst>
          </p:cNvPr>
          <p:cNvSpPr>
            <a:spLocks noGrp="1"/>
          </p:cNvSpPr>
          <p:nvPr>
            <p:ph type="sldNum" sz="quarter" idx="12"/>
          </p:nvPr>
        </p:nvSpPr>
        <p:spPr/>
        <p:txBody>
          <a:bodyPr/>
          <a:lstStyle>
            <a:lvl1pPr>
              <a:defRPr>
                <a:solidFill>
                  <a:schemeClr val="tx1"/>
                </a:solidFill>
              </a:defRPr>
            </a:lvl1pPr>
          </a:lstStyle>
          <a:p>
            <a:fld id="{59C967F2-683A-4327-9830-80B5DBE0F423}" type="slidenum">
              <a:rPr lang="en-NZ" smtClean="0"/>
              <a:t>‹#›</a:t>
            </a:fld>
            <a:endParaRPr lang="en-NZ"/>
          </a:p>
        </p:txBody>
      </p:sp>
    </p:spTree>
    <p:extLst>
      <p:ext uri="{BB962C8B-B14F-4D97-AF65-F5344CB8AC3E}">
        <p14:creationId xmlns:p14="http://schemas.microsoft.com/office/powerpoint/2010/main" val="3169185604"/>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Statement">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59264" y="42335"/>
            <a:ext cx="11517039" cy="6172200"/>
          </a:xfrm>
        </p:spPr>
        <p:txBody>
          <a:bodyPr anchor="t">
            <a:normAutofit/>
          </a:bodyPr>
          <a:lstStyle>
            <a:lvl1pPr marL="0" indent="0">
              <a:lnSpc>
                <a:spcPct val="90000"/>
              </a:lnSpc>
              <a:buNone/>
              <a:defRPr sz="8000" b="1"/>
            </a:lvl1pPr>
            <a:lvl2pPr marL="228600" indent="0">
              <a:lnSpc>
                <a:spcPct val="90000"/>
              </a:lnSpc>
              <a:buNone/>
              <a:defRPr sz="7200" b="1"/>
            </a:lvl2pPr>
            <a:lvl3pPr marL="457200" indent="0">
              <a:lnSpc>
                <a:spcPct val="90000"/>
              </a:lnSpc>
              <a:buNone/>
              <a:defRPr sz="6600" b="1"/>
            </a:lvl3pPr>
            <a:lvl4pPr marL="685800" indent="0">
              <a:lnSpc>
                <a:spcPct val="90000"/>
              </a:lnSpc>
              <a:buNone/>
              <a:defRPr sz="6000" b="1"/>
            </a:lvl4pPr>
            <a:lvl5pPr marL="914400" indent="0">
              <a:lnSpc>
                <a:spcPct val="90000"/>
              </a:lnSpc>
              <a:buNone/>
              <a:defRPr sz="5400" b="1"/>
            </a:lvl5pPr>
          </a:lstStyle>
          <a:p>
            <a:pPr lvl="0"/>
            <a:r>
              <a:rPr lang="en-US" dirty="0"/>
              <a:t>Click to edit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p>
            <a:endParaRPr lang="en-NZ"/>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p>
            <a:fld id="{82AFC869-5EEF-42A8-8244-0DD91ADCD842}" type="datetimeFigureOut">
              <a:rPr lang="en-NZ" smtClean="0"/>
              <a:t>15/09/2026</a:t>
            </a:fld>
            <a:endParaRPr lang="en-NZ"/>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p>
            <a:fld id="{59C967F2-683A-4327-9830-80B5DBE0F423}" type="slidenum">
              <a:rPr lang="en-NZ" smtClean="0"/>
              <a:t>‹#›</a:t>
            </a:fld>
            <a:endParaRPr lang="en-NZ"/>
          </a:p>
        </p:txBody>
      </p:sp>
    </p:spTree>
    <p:extLst>
      <p:ext uri="{BB962C8B-B14F-4D97-AF65-F5344CB8AC3E}">
        <p14:creationId xmlns:p14="http://schemas.microsoft.com/office/powerpoint/2010/main" val="1142958226"/>
      </p:ext>
    </p:extLst>
  </p:cSld>
  <p:clrMapOvr>
    <a:overrideClrMapping bg1="dk1" tx1="lt1" bg2="dk2" tx2="lt2" accent1="accent1" accent2="accent2" accent3="accent3" accent4="accent4" accent5="accent5" accent6="accent6" hlink="hlink" folHlink="folHlink"/>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Quot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12FA0A-1F7B-DD41-ECED-02B60BC46B10}"/>
              </a:ext>
            </a:extLst>
          </p:cNvPr>
          <p:cNvSpPr>
            <a:spLocks noGrp="1"/>
          </p:cNvSpPr>
          <p:nvPr>
            <p:ph type="title" hasCustomPrompt="1"/>
          </p:nvPr>
        </p:nvSpPr>
        <p:spPr>
          <a:xfrm>
            <a:off x="1499616" y="5029200"/>
            <a:ext cx="9198864" cy="640080"/>
          </a:xfrm>
        </p:spPr>
        <p:txBody>
          <a:bodyPr anchor="ctr">
            <a:normAutofit/>
          </a:bodyPr>
          <a:lstStyle>
            <a:lvl1pPr>
              <a:lnSpc>
                <a:spcPct val="120000"/>
              </a:lnSpc>
              <a:defRPr sz="2000" spc="0">
                <a:solidFill>
                  <a:schemeClr val="accent1">
                    <a:lumMod val="75000"/>
                  </a:schemeClr>
                </a:solidFill>
                <a:latin typeface="+mn-lt"/>
              </a:defRPr>
            </a:lvl1pPr>
          </a:lstStyle>
          <a:p>
            <a:r>
              <a:rPr lang="en-US" dirty="0"/>
              <a:t>Quote Author</a:t>
            </a:r>
          </a:p>
        </p:txBody>
      </p:sp>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1499616" y="1188720"/>
            <a:ext cx="9198864" cy="3332480"/>
          </a:xfrm>
        </p:spPr>
        <p:txBody>
          <a:bodyPr anchor="ctr">
            <a:normAutofit/>
          </a:bodyPr>
          <a:lstStyle>
            <a:lvl1pPr marL="164592" indent="-164592">
              <a:lnSpc>
                <a:spcPct val="100000"/>
              </a:lnSpc>
              <a:spcBef>
                <a:spcPts val="0"/>
              </a:spcBef>
              <a:buNone/>
              <a:defRPr sz="4800">
                <a:latin typeface="+mj-lt"/>
              </a:defRPr>
            </a:lvl1pPr>
          </a:lstStyle>
          <a:p>
            <a:pPr lvl="0"/>
            <a:r>
              <a:rPr lang="en-US" dirty="0"/>
              <a:t>Click to edit Quote</a:t>
            </a:r>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p:txBody>
          <a:bodyPr/>
          <a:lstStyle/>
          <a:p>
            <a:endParaRPr lang="en-NZ"/>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p:txBody>
          <a:bodyPr/>
          <a:lstStyle/>
          <a:p>
            <a:fld id="{82AFC869-5EEF-42A8-8244-0DD91ADCD842}" type="datetimeFigureOut">
              <a:rPr lang="en-NZ" smtClean="0"/>
              <a:t>15/09/2026</a:t>
            </a:fld>
            <a:endParaRPr lang="en-NZ"/>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p:txBody>
          <a:bodyPr/>
          <a:lstStyle/>
          <a:p>
            <a:fld id="{59C967F2-683A-4327-9830-80B5DBE0F423}" type="slidenum">
              <a:rPr lang="en-NZ" smtClean="0"/>
              <a:t>‹#›</a:t>
            </a:fld>
            <a:endParaRPr lang="en-NZ"/>
          </a:p>
        </p:txBody>
      </p:sp>
    </p:spTree>
    <p:extLst>
      <p:ext uri="{BB962C8B-B14F-4D97-AF65-F5344CB8AC3E}">
        <p14:creationId xmlns:p14="http://schemas.microsoft.com/office/powerpoint/2010/main" val="2342096157"/>
      </p:ext>
    </p:extLst>
  </p:cSld>
  <p:clrMapOvr>
    <a:masterClrMapping/>
  </p:clrMapOvr>
  <p:extLst>
    <p:ext uri="{DCECCB84-F9BA-43D5-87BE-67443E8EF086}">
      <p15:sldGuideLst xmlns:p15="http://schemas.microsoft.com/office/powerpoint/2012/main"/>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12064"/>
            <a:ext cx="10741152" cy="969264"/>
          </a:xfrm>
        </p:spPr>
        <p:txBody>
          <a:bodyPr vert="horz" lIns="91440" tIns="45720" rIns="91440" bIns="45720" rtlCol="0" anchor="b">
            <a:normAutofit/>
          </a:bodyPr>
          <a:lstStyle>
            <a:lvl1pPr>
              <a:defRPr lang="en-US" dirty="0"/>
            </a:lvl1pPr>
          </a:lstStyle>
          <a:p>
            <a:pPr lvl="0"/>
            <a:r>
              <a:rPr lang="en-US"/>
              <a:t>Click to edit Master title style</a:t>
            </a:r>
            <a:endParaRPr lang="en-US" dirty="0"/>
          </a:p>
        </p:txBody>
      </p:sp>
      <p:sp>
        <p:nvSpPr>
          <p:cNvPr id="4" name="Content Placeholder 3">
            <a:extLst>
              <a:ext uri="{FF2B5EF4-FFF2-40B4-BE49-F238E27FC236}">
                <a16:creationId xmlns:a16="http://schemas.microsoft.com/office/drawing/2014/main" id="{6627D5A5-84C3-7EDE-A8EB-2DE057DE46AB}"/>
              </a:ext>
            </a:extLst>
          </p:cNvPr>
          <p:cNvSpPr>
            <a:spLocks noGrp="1"/>
          </p:cNvSpPr>
          <p:nvPr>
            <p:ph sz="quarter" idx="15"/>
          </p:nvPr>
        </p:nvSpPr>
        <p:spPr>
          <a:xfrm>
            <a:off x="612775" y="1825625"/>
            <a:ext cx="507492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endParaRPr lang="en-NZ"/>
          </a:p>
        </p:txBody>
      </p:sp>
      <p:sp>
        <p:nvSpPr>
          <p:cNvPr id="10" name="Content Placeholder 9">
            <a:extLst>
              <a:ext uri="{FF2B5EF4-FFF2-40B4-BE49-F238E27FC236}">
                <a16:creationId xmlns:a16="http://schemas.microsoft.com/office/drawing/2014/main" id="{D54150AE-A7C6-D328-35D7-F5B840930E3B}"/>
              </a:ext>
            </a:extLst>
          </p:cNvPr>
          <p:cNvSpPr>
            <a:spLocks noGrp="1"/>
          </p:cNvSpPr>
          <p:nvPr>
            <p:ph sz="quarter" idx="16"/>
          </p:nvPr>
        </p:nvSpPr>
        <p:spPr>
          <a:xfrm>
            <a:off x="6278563" y="1825625"/>
            <a:ext cx="5075237"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82AFC869-5EEF-42A8-8244-0DD91ADCD842}" type="datetimeFigureOut">
              <a:rPr lang="en-NZ" smtClean="0"/>
              <a:t>15/09/2026</a:t>
            </a:fld>
            <a:endParaRPr lang="en-NZ"/>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59C967F2-683A-4327-9830-80B5DBE0F423}" type="slidenum">
              <a:rPr lang="en-NZ" smtClean="0"/>
              <a:t>‹#›</a:t>
            </a:fld>
            <a:endParaRPr lang="en-NZ"/>
          </a:p>
        </p:txBody>
      </p:sp>
    </p:spTree>
    <p:extLst>
      <p:ext uri="{BB962C8B-B14F-4D97-AF65-F5344CB8AC3E}">
        <p14:creationId xmlns:p14="http://schemas.microsoft.com/office/powerpoint/2010/main" val="418418129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FEE969-634D-6E32-D227-18E9282C6F9E}"/>
              </a:ext>
            </a:extLst>
          </p:cNvPr>
          <p:cNvSpPr>
            <a:spLocks noGrp="1"/>
          </p:cNvSpPr>
          <p:nvPr>
            <p:ph type="title"/>
          </p:nvPr>
        </p:nvSpPr>
        <p:spPr>
          <a:xfrm>
            <a:off x="609600" y="512064"/>
            <a:ext cx="10745788" cy="969264"/>
          </a:xfrm>
        </p:spPr>
        <p:txBody>
          <a:bodyPr vert="horz" lIns="91440" tIns="45720" rIns="91440" bIns="45720" rtlCol="0" anchor="b">
            <a:normAutofit/>
          </a:bodyPr>
          <a:lstStyle>
            <a:lvl1pPr>
              <a:defRPr lang="en-US" dirty="0"/>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609600" y="1685735"/>
            <a:ext cx="5074920" cy="559834"/>
          </a:xfrm>
        </p:spPr>
        <p:txBody>
          <a:bodyPr anchor="b">
            <a:normAutofit/>
          </a:bodyPr>
          <a:lstStyle>
            <a:lvl1pPr marL="0" indent="0">
              <a:lnSpc>
                <a:spcPct val="90000"/>
              </a:lnSpc>
              <a:buNone/>
              <a:defRPr sz="16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776AAF7-C632-FCD0-6A60-E0EA4A52F229}"/>
              </a:ext>
            </a:extLst>
          </p:cNvPr>
          <p:cNvSpPr>
            <a:spLocks noGrp="1"/>
          </p:cNvSpPr>
          <p:nvPr>
            <p:ph sz="quarter" idx="15"/>
          </p:nvPr>
        </p:nvSpPr>
        <p:spPr>
          <a:xfrm>
            <a:off x="609600" y="2387600"/>
            <a:ext cx="5075238" cy="37861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Footer Placeholder 7">
            <a:extLst>
              <a:ext uri="{FF2B5EF4-FFF2-40B4-BE49-F238E27FC236}">
                <a16:creationId xmlns:a16="http://schemas.microsoft.com/office/drawing/2014/main" id="{949D76D8-9033-26CF-BF4C-AECCC685C177}"/>
              </a:ext>
            </a:extLst>
          </p:cNvPr>
          <p:cNvSpPr>
            <a:spLocks noGrp="1"/>
          </p:cNvSpPr>
          <p:nvPr>
            <p:ph type="ftr" sz="quarter" idx="11"/>
          </p:nvPr>
        </p:nvSpPr>
        <p:spPr/>
        <p:txBody>
          <a:bodyPr/>
          <a:lstStyle/>
          <a:p>
            <a:endParaRPr lang="en-NZ"/>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280468" y="1685735"/>
            <a:ext cx="5074920" cy="559834"/>
          </a:xfrm>
        </p:spPr>
        <p:txBody>
          <a:bodyPr anchor="b">
            <a:normAutofit/>
          </a:bodyPr>
          <a:lstStyle>
            <a:lvl1pPr marL="0" indent="0">
              <a:lnSpc>
                <a:spcPct val="90000"/>
              </a:lnSpc>
              <a:buNone/>
              <a:defRPr sz="16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Content Placeholder 11">
            <a:extLst>
              <a:ext uri="{FF2B5EF4-FFF2-40B4-BE49-F238E27FC236}">
                <a16:creationId xmlns:a16="http://schemas.microsoft.com/office/drawing/2014/main" id="{CD998360-6973-27D8-8B08-ACAE10572B32}"/>
              </a:ext>
            </a:extLst>
          </p:cNvPr>
          <p:cNvSpPr>
            <a:spLocks noGrp="1"/>
          </p:cNvSpPr>
          <p:nvPr>
            <p:ph sz="quarter" idx="16"/>
          </p:nvPr>
        </p:nvSpPr>
        <p:spPr>
          <a:xfrm>
            <a:off x="6279832" y="2387600"/>
            <a:ext cx="5075556" cy="37861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4E3B3581-658A-8487-F9CB-E79F2BFF27E4}"/>
              </a:ext>
            </a:extLst>
          </p:cNvPr>
          <p:cNvSpPr>
            <a:spLocks noGrp="1"/>
          </p:cNvSpPr>
          <p:nvPr>
            <p:ph type="dt" sz="half" idx="10"/>
          </p:nvPr>
        </p:nvSpPr>
        <p:spPr/>
        <p:txBody>
          <a:bodyPr/>
          <a:lstStyle/>
          <a:p>
            <a:fld id="{82AFC869-5EEF-42A8-8244-0DD91ADCD842}" type="datetimeFigureOut">
              <a:rPr lang="en-NZ" smtClean="0"/>
              <a:t>15/09/2026</a:t>
            </a:fld>
            <a:endParaRPr lang="en-NZ"/>
          </a:p>
        </p:txBody>
      </p:sp>
      <p:sp>
        <p:nvSpPr>
          <p:cNvPr id="9" name="Slide Number Placeholder 8">
            <a:extLst>
              <a:ext uri="{FF2B5EF4-FFF2-40B4-BE49-F238E27FC236}">
                <a16:creationId xmlns:a16="http://schemas.microsoft.com/office/drawing/2014/main" id="{E02A06B8-CC1D-542F-D8EB-7625046B91D2}"/>
              </a:ext>
            </a:extLst>
          </p:cNvPr>
          <p:cNvSpPr>
            <a:spLocks noGrp="1"/>
          </p:cNvSpPr>
          <p:nvPr>
            <p:ph type="sldNum" sz="quarter" idx="12"/>
          </p:nvPr>
        </p:nvSpPr>
        <p:spPr/>
        <p:txBody>
          <a:bodyPr/>
          <a:lstStyle/>
          <a:p>
            <a:fld id="{59C967F2-683A-4327-9830-80B5DBE0F423}" type="slidenum">
              <a:rPr lang="en-NZ" smtClean="0"/>
              <a:t>‹#›</a:t>
            </a:fld>
            <a:endParaRPr lang="en-NZ"/>
          </a:p>
        </p:txBody>
      </p:sp>
    </p:spTree>
    <p:extLst>
      <p:ext uri="{BB962C8B-B14F-4D97-AF65-F5344CB8AC3E}">
        <p14:creationId xmlns:p14="http://schemas.microsoft.com/office/powerpoint/2010/main" val="36028167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A9F42-7FF7-F803-C075-BC4968D35E34}"/>
              </a:ext>
            </a:extLst>
          </p:cNvPr>
          <p:cNvSpPr>
            <a:spLocks noGrp="1"/>
          </p:cNvSpPr>
          <p:nvPr>
            <p:ph type="title"/>
          </p:nvPr>
        </p:nvSpPr>
        <p:spPr>
          <a:xfrm>
            <a:off x="612648" y="512064"/>
            <a:ext cx="10963656" cy="969264"/>
          </a:xfrm>
        </p:spPr>
        <p:txBody>
          <a:bodyPr vert="horz" lIns="91440" tIns="45720" rIns="91440" bIns="45720" rtlCol="0" anchor="t">
            <a:normAutofit/>
          </a:bodyPr>
          <a:lstStyle>
            <a:lvl1pPr>
              <a:defRPr lang="en-US" dirty="0"/>
            </a:lvl1pPr>
          </a:lstStyle>
          <a:p>
            <a:pPr lvl="0"/>
            <a:r>
              <a:rPr lang="en-US"/>
              <a:t>Click to edit Master title style</a:t>
            </a:r>
            <a:endParaRPr lang="en-US" dirty="0"/>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p:txBody>
          <a:bodyPr/>
          <a:lstStyle/>
          <a:p>
            <a:endParaRPr lang="en-NZ"/>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p:txBody>
          <a:bodyPr/>
          <a:lstStyle/>
          <a:p>
            <a:fld id="{82AFC869-5EEF-42A8-8244-0DD91ADCD842}" type="datetimeFigureOut">
              <a:rPr lang="en-NZ" smtClean="0"/>
              <a:t>15/09/2026</a:t>
            </a:fld>
            <a:endParaRPr lang="en-NZ"/>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p:txBody>
          <a:bodyPr/>
          <a:lstStyle/>
          <a:p>
            <a:fld id="{59C967F2-683A-4327-9830-80B5DBE0F423}" type="slidenum">
              <a:rPr lang="en-NZ" smtClean="0"/>
              <a:t>‹#›</a:t>
            </a:fld>
            <a:endParaRPr lang="en-NZ"/>
          </a:p>
        </p:txBody>
      </p:sp>
    </p:spTree>
    <p:extLst>
      <p:ext uri="{BB962C8B-B14F-4D97-AF65-F5344CB8AC3E}">
        <p14:creationId xmlns:p14="http://schemas.microsoft.com/office/powerpoint/2010/main" val="172337259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Empty">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p:txBody>
          <a:bodyPr/>
          <a:lstStyle/>
          <a:p>
            <a:endParaRPr lang="en-NZ"/>
          </a:p>
        </p:txBody>
      </p:sp>
      <p:sp>
        <p:nvSpPr>
          <p:cNvPr id="2" name="Date Placeholder 1">
            <a:extLst>
              <a:ext uri="{FF2B5EF4-FFF2-40B4-BE49-F238E27FC236}">
                <a16:creationId xmlns:a16="http://schemas.microsoft.com/office/drawing/2014/main" id="{49BC4D82-0182-501C-9231-46767680476E}"/>
              </a:ext>
            </a:extLst>
          </p:cNvPr>
          <p:cNvSpPr>
            <a:spLocks noGrp="1"/>
          </p:cNvSpPr>
          <p:nvPr>
            <p:ph type="dt" sz="half" idx="10"/>
          </p:nvPr>
        </p:nvSpPr>
        <p:spPr/>
        <p:txBody>
          <a:bodyPr/>
          <a:lstStyle/>
          <a:p>
            <a:fld id="{82AFC869-5EEF-42A8-8244-0DD91ADCD842}" type="datetimeFigureOut">
              <a:rPr lang="en-NZ" smtClean="0"/>
              <a:t>15/09/2026</a:t>
            </a:fld>
            <a:endParaRPr lang="en-NZ"/>
          </a:p>
        </p:txBody>
      </p:sp>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p:txBody>
          <a:bodyPr/>
          <a:lstStyle/>
          <a:p>
            <a:fld id="{59C967F2-683A-4327-9830-80B5DBE0F423}" type="slidenum">
              <a:rPr lang="en-NZ" smtClean="0"/>
              <a:t>‹#›</a:t>
            </a:fld>
            <a:endParaRPr lang="en-NZ"/>
          </a:p>
        </p:txBody>
      </p:sp>
    </p:spTree>
    <p:extLst>
      <p:ext uri="{BB962C8B-B14F-4D97-AF65-F5344CB8AC3E}">
        <p14:creationId xmlns:p14="http://schemas.microsoft.com/office/powerpoint/2010/main" val="4026382238"/>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Conclusion">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14299" y="89808"/>
            <a:ext cx="11462003" cy="2514600"/>
          </a:xfrm>
        </p:spPr>
        <p:txBody>
          <a:bodyPr anchor="t">
            <a:normAutofit/>
          </a:bodyPr>
          <a:lstStyle>
            <a:lvl1pPr>
              <a:defRPr sz="720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C7E1FCC9-2D1D-9C6B-8C9A-E3D0A77DBEF0}"/>
              </a:ext>
            </a:extLst>
          </p:cNvPr>
          <p:cNvSpPr>
            <a:spLocks noGrp="1"/>
          </p:cNvSpPr>
          <p:nvPr>
            <p:ph sz="quarter" idx="13"/>
          </p:nvPr>
        </p:nvSpPr>
        <p:spPr>
          <a:xfrm>
            <a:off x="612775" y="3118757"/>
            <a:ext cx="10963528" cy="2620736"/>
          </a:xfrm>
        </p:spPr>
        <p:txBody>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NZ"/>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82AFC869-5EEF-42A8-8244-0DD91ADCD842}" type="datetimeFigureOut">
              <a:rPr lang="en-NZ" smtClean="0"/>
              <a:t>15/09/2026</a:t>
            </a:fld>
            <a:endParaRPr lang="en-NZ"/>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59C967F2-683A-4327-9830-80B5DBE0F423}" type="slidenum">
              <a:rPr lang="en-NZ" smtClean="0"/>
              <a:t>‹#›</a:t>
            </a:fld>
            <a:endParaRPr lang="en-NZ"/>
          </a:p>
        </p:txBody>
      </p:sp>
    </p:spTree>
    <p:extLst>
      <p:ext uri="{BB962C8B-B14F-4D97-AF65-F5344CB8AC3E}">
        <p14:creationId xmlns:p14="http://schemas.microsoft.com/office/powerpoint/2010/main" val="3544166097"/>
      </p:ext>
    </p:extLst>
  </p:cSld>
  <p:clrMapOvr>
    <a:overrideClrMapping bg1="dk1" tx1="lt1" bg2="dk2" tx2="lt2" accent1="accent1" accent2="accent2" accent3="accent3" accent4="accent4" accent5="accent5" accent6="accent6" hlink="hlink" folHlink="folHlink"/>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Conclusion 2">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7" y="1627318"/>
            <a:ext cx="8430767" cy="1842020"/>
          </a:xfrm>
        </p:spPr>
        <p:txBody>
          <a:bodyPr anchor="b">
            <a:noAutofit/>
          </a:bodyPr>
          <a:lstStyle>
            <a:lvl1pPr>
              <a:defRPr sz="7200"/>
            </a:lvl1p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053FFEDA-E57B-DF13-2394-A1514E15F85A}"/>
              </a:ext>
            </a:extLst>
          </p:cNvPr>
          <p:cNvSpPr>
            <a:spLocks noGrp="1"/>
          </p:cNvSpPr>
          <p:nvPr>
            <p:ph sz="quarter" idx="14"/>
          </p:nvPr>
        </p:nvSpPr>
        <p:spPr>
          <a:xfrm>
            <a:off x="612775" y="3622674"/>
            <a:ext cx="8430639" cy="1608008"/>
          </a:xfrm>
        </p:spPr>
        <p:txBody>
          <a:bodyPr>
            <a:normAutofit/>
          </a:bodyPr>
          <a:lstStyle>
            <a:lvl1pPr marL="0" indent="0">
              <a:buNone/>
              <a:defRPr sz="1800"/>
            </a:lvl1pPr>
            <a:lvl2pPr marL="228600" indent="0">
              <a:buNone/>
              <a:defRPr sz="1600"/>
            </a:lvl2pPr>
            <a:lvl3pPr marL="457200" indent="0">
              <a:buNone/>
              <a:defRPr sz="1400"/>
            </a:lvl3pPr>
            <a:lvl4pPr marL="685800" indent="0">
              <a:buNone/>
              <a:defRPr sz="1400"/>
            </a:lvl4pPr>
            <a:lvl5pPr marL="914400" indent="0">
              <a:buNone/>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NZ"/>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82AFC869-5EEF-42A8-8244-0DD91ADCD842}" type="datetimeFigureOut">
              <a:rPr lang="en-NZ" smtClean="0"/>
              <a:t>15/09/2026</a:t>
            </a:fld>
            <a:endParaRPr lang="en-NZ"/>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59C967F2-683A-4327-9830-80B5DBE0F423}" type="slidenum">
              <a:rPr lang="en-NZ" smtClean="0"/>
              <a:t>‹#›</a:t>
            </a:fld>
            <a:endParaRPr lang="en-NZ"/>
          </a:p>
        </p:txBody>
      </p:sp>
    </p:spTree>
    <p:extLst>
      <p:ext uri="{BB962C8B-B14F-4D97-AF65-F5344CB8AC3E}">
        <p14:creationId xmlns:p14="http://schemas.microsoft.com/office/powerpoint/2010/main" val="1328576748"/>
      </p:ext>
    </p:extLst>
  </p:cSld>
  <p:clrMapOvr>
    <a:overrideClrMapping bg1="dk1" tx1="lt1" bg2="dk2" tx2="lt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theme" Target="../theme/theme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612648" y="514649"/>
            <a:ext cx="10963655" cy="972373"/>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612647" y="1709862"/>
            <a:ext cx="10963656" cy="451375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a:off x="612647" y="6343955"/>
            <a:ext cx="2805405" cy="365125"/>
          </a:xfrm>
          <a:prstGeom prst="rect">
            <a:avLst/>
          </a:prstGeom>
        </p:spPr>
        <p:txBody>
          <a:bodyPr vert="horz" lIns="91440" tIns="45720" rIns="91440" bIns="45720" rtlCol="0" anchor="ctr"/>
          <a:lstStyle>
            <a:lvl1pPr algn="l">
              <a:defRPr sz="800">
                <a:solidFill>
                  <a:schemeClr val="tx1"/>
                </a:solidFill>
              </a:defRPr>
            </a:lvl1pPr>
          </a:lstStyle>
          <a:p>
            <a:endParaRPr lang="en-NZ"/>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8893929" y="6343955"/>
            <a:ext cx="2202644" cy="365125"/>
          </a:xfrm>
          <a:prstGeom prst="rect">
            <a:avLst/>
          </a:prstGeom>
        </p:spPr>
        <p:txBody>
          <a:bodyPr vert="horz" lIns="91440" tIns="45720" rIns="91440" bIns="45720" rtlCol="0" anchor="ctr"/>
          <a:lstStyle>
            <a:lvl1pPr algn="r">
              <a:defRPr sz="800">
                <a:solidFill>
                  <a:schemeClr val="tx1"/>
                </a:solidFill>
              </a:defRPr>
            </a:lvl1pPr>
          </a:lstStyle>
          <a:p>
            <a:fld id="{82AFC869-5EEF-42A8-8244-0DD91ADCD842}" type="datetimeFigureOut">
              <a:rPr lang="en-NZ" smtClean="0"/>
              <a:t>15/09/2026</a:t>
            </a:fld>
            <a:endParaRPr lang="en-NZ"/>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11147096" y="6343955"/>
            <a:ext cx="429207" cy="365125"/>
          </a:xfrm>
          <a:prstGeom prst="rect">
            <a:avLst/>
          </a:prstGeom>
        </p:spPr>
        <p:txBody>
          <a:bodyPr vert="horz" lIns="91440" tIns="45720" rIns="91440" bIns="45720" rtlCol="0" anchor="ctr"/>
          <a:lstStyle>
            <a:lvl1pPr algn="r">
              <a:defRPr sz="800">
                <a:solidFill>
                  <a:schemeClr val="tx1"/>
                </a:solidFill>
              </a:defRPr>
            </a:lvl1pPr>
          </a:lstStyle>
          <a:p>
            <a:fld id="{59C967F2-683A-4327-9830-80B5DBE0F423}" type="slidenum">
              <a:rPr lang="en-NZ" smtClean="0"/>
              <a:t>‹#›</a:t>
            </a:fld>
            <a:endParaRPr lang="en-NZ"/>
          </a:p>
        </p:txBody>
      </p:sp>
    </p:spTree>
    <p:extLst>
      <p:ext uri="{BB962C8B-B14F-4D97-AF65-F5344CB8AC3E}">
        <p14:creationId xmlns:p14="http://schemas.microsoft.com/office/powerpoint/2010/main" val="3166000070"/>
      </p:ext>
    </p:extLst>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 id="2147483720" r:id="rId12"/>
    <p:sldLayoutId id="2147483721" r:id="rId13"/>
    <p:sldLayoutId id="2147483722" r:id="rId14"/>
    <p:sldLayoutId id="2147483723" r:id="rId15"/>
    <p:sldLayoutId id="2147483724" r:id="rId16"/>
    <p:sldLayoutId id="2147483725" r:id="rId17"/>
    <p:sldLayoutId id="2147483726" r:id="rId18"/>
    <p:sldLayoutId id="2147483727" r:id="rId19"/>
    <p:sldLayoutId id="2147483728" r:id="rId20"/>
    <p:sldLayoutId id="2147483729" r:id="rId21"/>
    <p:sldLayoutId id="2147483730" r:id="rId22"/>
    <p:sldLayoutId id="2147483731" r:id="rId23"/>
    <p:sldLayoutId id="2147483732" r:id="rId24"/>
    <p:sldLayoutId id="2147483733" r:id="rId25"/>
    <p:sldLayoutId id="2147483734" r:id="rId26"/>
    <p:sldLayoutId id="2147483735" r:id="rId27"/>
  </p:sldLayoutIdLst>
  <p:txStyles>
    <p:titleStyle>
      <a:lvl1pPr algn="l" defTabSz="914400" rtl="0" eaLnBrk="1" latinLnBrk="0" hangingPunct="1">
        <a:lnSpc>
          <a:spcPct val="95000"/>
        </a:lnSpc>
        <a:spcBef>
          <a:spcPct val="0"/>
        </a:spcBef>
        <a:buNone/>
        <a:defRPr sz="2800" b="1" kern="1200" spc="-30"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1400" kern="1200">
          <a:solidFill>
            <a:schemeClr val="tx1"/>
          </a:solidFill>
          <a:latin typeface="+mn-lt"/>
          <a:ea typeface="+mn-ea"/>
          <a:cs typeface="+mn-cs"/>
        </a:defRPr>
      </a:lvl1pPr>
      <a:lvl2pPr marL="4572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2pPr>
      <a:lvl3pPr marL="6858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3pPr>
      <a:lvl4pPr marL="9144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7" orient="horz" pos="2160">
          <p15:clr>
            <a:srgbClr val="F26B43"/>
          </p15:clr>
        </p15:guide>
        <p15:guide id="8" pos="3840">
          <p15:clr>
            <a:srgbClr val="F26B43"/>
          </p15:clr>
        </p15:guide>
        <p15:guide id="9" pos="7296">
          <p15:clr>
            <a:srgbClr val="F26B43"/>
          </p15:clr>
        </p15:guide>
        <p15:guide id="10" pos="384">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366732-8EB4-1555-C93B-2B52F0B1D0BA}"/>
              </a:ext>
            </a:extLst>
          </p:cNvPr>
          <p:cNvSpPr>
            <a:spLocks noGrp="1"/>
          </p:cNvSpPr>
          <p:nvPr>
            <p:ph type="ctrTitle"/>
          </p:nvPr>
        </p:nvSpPr>
        <p:spPr>
          <a:xfrm>
            <a:off x="1377723" y="1905000"/>
            <a:ext cx="9436553" cy="1524000"/>
          </a:xfrm>
        </p:spPr>
        <p:txBody>
          <a:bodyPr>
            <a:normAutofit/>
          </a:bodyPr>
          <a:lstStyle/>
          <a:p>
            <a:r>
              <a:rPr lang="en-NZ" sz="6000" dirty="0">
                <a:latin typeface="Century Gothic" panose="020B0502020202020204" pitchFamily="34" charset="0"/>
              </a:rPr>
              <a:t>Mid Project Presentation</a:t>
            </a:r>
          </a:p>
        </p:txBody>
      </p:sp>
      <p:sp>
        <p:nvSpPr>
          <p:cNvPr id="3" name="Subtitle 2">
            <a:extLst>
              <a:ext uri="{FF2B5EF4-FFF2-40B4-BE49-F238E27FC236}">
                <a16:creationId xmlns:a16="http://schemas.microsoft.com/office/drawing/2014/main" id="{1EE270E3-1A40-D82C-DD8F-0286C7E85EA5}"/>
              </a:ext>
            </a:extLst>
          </p:cNvPr>
          <p:cNvSpPr>
            <a:spLocks noGrp="1"/>
          </p:cNvSpPr>
          <p:nvPr>
            <p:ph type="subTitle" idx="1"/>
          </p:nvPr>
        </p:nvSpPr>
        <p:spPr>
          <a:xfrm>
            <a:off x="1377723" y="3429000"/>
            <a:ext cx="8825658" cy="1387929"/>
          </a:xfrm>
        </p:spPr>
        <p:txBody>
          <a:bodyPr>
            <a:normAutofit/>
          </a:bodyPr>
          <a:lstStyle/>
          <a:p>
            <a:r>
              <a:rPr lang="en-NZ" b="1" dirty="0">
                <a:latin typeface="Century Gothic" panose="020B0502020202020204" pitchFamily="34" charset="0"/>
              </a:rPr>
              <a:t>Project Title: </a:t>
            </a:r>
            <a:r>
              <a:rPr lang="en-NZ" dirty="0">
                <a:latin typeface="Century Gothic" panose="020B0502020202020204" pitchFamily="34" charset="0"/>
              </a:rPr>
              <a:t>AI-Enhanced vs Legacy Digital Forensics and Investigation Tools – A Comparative Efficacy Analysis</a:t>
            </a:r>
          </a:p>
          <a:p>
            <a:r>
              <a:rPr lang="en-NZ" b="1" dirty="0">
                <a:latin typeface="Century Gothic" panose="020B0502020202020204" pitchFamily="34" charset="0"/>
              </a:rPr>
              <a:t>Team name: </a:t>
            </a:r>
            <a:r>
              <a:rPr lang="en-NZ" dirty="0">
                <a:latin typeface="Century Gothic" panose="020B0502020202020204" pitchFamily="34" charset="0"/>
              </a:rPr>
              <a:t>BHB</a:t>
            </a:r>
          </a:p>
        </p:txBody>
      </p:sp>
    </p:spTree>
    <p:extLst>
      <p:ext uri="{BB962C8B-B14F-4D97-AF65-F5344CB8AC3E}">
        <p14:creationId xmlns:p14="http://schemas.microsoft.com/office/powerpoint/2010/main" val="48247398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F951C1-93B0-39A0-12AC-7C0C307C7469}"/>
              </a:ext>
            </a:extLst>
          </p:cNvPr>
          <p:cNvSpPr>
            <a:spLocks noGrp="1"/>
          </p:cNvSpPr>
          <p:nvPr>
            <p:ph type="title"/>
          </p:nvPr>
        </p:nvSpPr>
        <p:spPr/>
        <p:txBody>
          <a:bodyPr/>
          <a:lstStyle/>
          <a:p>
            <a:r>
              <a:rPr lang="en-NZ" dirty="0"/>
              <a:t>Attendees</a:t>
            </a:r>
          </a:p>
        </p:txBody>
      </p:sp>
      <p:sp>
        <p:nvSpPr>
          <p:cNvPr id="3" name="Content Placeholder 2">
            <a:extLst>
              <a:ext uri="{FF2B5EF4-FFF2-40B4-BE49-F238E27FC236}">
                <a16:creationId xmlns:a16="http://schemas.microsoft.com/office/drawing/2014/main" id="{BB851FEA-5D6D-CF22-67E0-7CCC76C9B905}"/>
              </a:ext>
            </a:extLst>
          </p:cNvPr>
          <p:cNvSpPr>
            <a:spLocks noGrp="1"/>
          </p:cNvSpPr>
          <p:nvPr>
            <p:ph idx="1"/>
          </p:nvPr>
        </p:nvSpPr>
        <p:spPr>
          <a:xfrm>
            <a:off x="1103312" y="2052918"/>
            <a:ext cx="4407581" cy="2274153"/>
          </a:xfrm>
          <a:ln>
            <a:solidFill>
              <a:schemeClr val="tx1"/>
            </a:solidFill>
          </a:ln>
        </p:spPr>
        <p:txBody>
          <a:bodyPr/>
          <a:lstStyle/>
          <a:p>
            <a:pPr marL="0" indent="0">
              <a:buNone/>
            </a:pPr>
            <a:r>
              <a:rPr lang="en-NZ" sz="1800" b="1" dirty="0">
                <a:latin typeface="Century Gothic" panose="020B0502020202020204" pitchFamily="34" charset="0"/>
              </a:rPr>
              <a:t>BDSH Team Members</a:t>
            </a:r>
          </a:p>
          <a:p>
            <a:pPr marL="0" indent="0">
              <a:buNone/>
            </a:pPr>
            <a:r>
              <a:rPr lang="en-NZ" sz="1800" dirty="0">
                <a:latin typeface="Century Gothic" panose="020B0502020202020204" pitchFamily="34" charset="0"/>
              </a:rPr>
              <a:t>Olivia Hey (Project Manager)</a:t>
            </a:r>
          </a:p>
          <a:p>
            <a:pPr marL="0" indent="0">
              <a:buNone/>
            </a:pPr>
            <a:r>
              <a:rPr lang="en-NZ" sz="1800" dirty="0">
                <a:latin typeface="Century Gothic" panose="020B0502020202020204" pitchFamily="34" charset="0"/>
              </a:rPr>
              <a:t>Matt Baker</a:t>
            </a:r>
          </a:p>
          <a:p>
            <a:pPr marL="0" indent="0">
              <a:buNone/>
            </a:pPr>
            <a:r>
              <a:rPr lang="en-NZ" sz="1800" dirty="0">
                <a:latin typeface="Century Gothic" panose="020B0502020202020204" pitchFamily="34" charset="0"/>
              </a:rPr>
              <a:t>David Sushames</a:t>
            </a:r>
          </a:p>
          <a:p>
            <a:pPr marL="0" indent="0">
              <a:buNone/>
            </a:pPr>
            <a:r>
              <a:rPr lang="en-NZ" sz="1800" dirty="0">
                <a:latin typeface="Century Gothic" panose="020B0502020202020204" pitchFamily="34" charset="0"/>
              </a:rPr>
              <a:t>Samuel Davies </a:t>
            </a:r>
          </a:p>
          <a:p>
            <a:pPr marL="0" indent="0">
              <a:buNone/>
            </a:pPr>
            <a:endParaRPr lang="en-NZ" dirty="0">
              <a:latin typeface="Century Gothic" panose="020B0502020202020204" pitchFamily="34" charset="0"/>
            </a:endParaRPr>
          </a:p>
        </p:txBody>
      </p:sp>
      <p:sp>
        <p:nvSpPr>
          <p:cNvPr id="6" name="Content Placeholder 2">
            <a:extLst>
              <a:ext uri="{FF2B5EF4-FFF2-40B4-BE49-F238E27FC236}">
                <a16:creationId xmlns:a16="http://schemas.microsoft.com/office/drawing/2014/main" id="{CCFDE8E8-368D-A55F-F6F5-B5FF6BC5441C}"/>
              </a:ext>
            </a:extLst>
          </p:cNvPr>
          <p:cNvSpPr txBox="1">
            <a:spLocks/>
          </p:cNvSpPr>
          <p:nvPr/>
        </p:nvSpPr>
        <p:spPr>
          <a:xfrm>
            <a:off x="5868534" y="2052918"/>
            <a:ext cx="4407581" cy="2274154"/>
          </a:xfrm>
          <a:prstGeom prst="rect">
            <a:avLst/>
          </a:prstGeom>
          <a:ln>
            <a:solidFill>
              <a:schemeClr val="tx1"/>
            </a:solidFill>
          </a:ln>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2000" b="0" i="0" kern="1200">
                <a:solidFill>
                  <a:schemeClr val="tx1"/>
                </a:solidFill>
                <a:latin typeface="+mj-lt"/>
                <a:ea typeface="+mj-ea"/>
                <a:cs typeface="+mj-cs"/>
              </a:defRPr>
            </a:lvl1pPr>
            <a:lvl2pPr marL="742950" indent="-28575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800" b="0" i="0" kern="1200">
                <a:solidFill>
                  <a:schemeClr val="tx1"/>
                </a:solidFill>
                <a:latin typeface="+mj-lt"/>
                <a:ea typeface="+mj-ea"/>
                <a:cs typeface="+mj-cs"/>
              </a:defRPr>
            </a:lvl2pPr>
            <a:lvl3pPr marL="1143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600" b="0" i="0" kern="1200">
                <a:solidFill>
                  <a:schemeClr val="tx1"/>
                </a:solidFill>
                <a:latin typeface="+mj-lt"/>
                <a:ea typeface="+mj-ea"/>
                <a:cs typeface="+mj-cs"/>
              </a:defRPr>
            </a:lvl3pPr>
            <a:lvl4pPr marL="1600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4pPr>
            <a:lvl5pPr marL="20574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5pPr>
            <a:lvl6pPr marL="2506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6pPr>
            <a:lvl7pPr marL="29718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7pPr>
            <a:lvl8pPr marL="3429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8pPr>
            <a:lvl9pPr marL="3886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9pPr>
          </a:lstStyle>
          <a:p>
            <a:pPr marL="0" indent="0" defTabSz="914400">
              <a:lnSpc>
                <a:spcPct val="120000"/>
              </a:lnSpc>
              <a:buNone/>
            </a:pPr>
            <a:r>
              <a:rPr lang="en-NZ" sz="1800" b="1" dirty="0">
                <a:latin typeface="Century Gothic" panose="020B0502020202020204" pitchFamily="34" charset="0"/>
                <a:ea typeface="+mn-ea"/>
                <a:cs typeface="+mn-cs"/>
              </a:rPr>
              <a:t>Client</a:t>
            </a:r>
          </a:p>
          <a:p>
            <a:pPr marL="0" indent="0" defTabSz="914400">
              <a:lnSpc>
                <a:spcPct val="120000"/>
              </a:lnSpc>
              <a:buNone/>
            </a:pPr>
            <a:r>
              <a:rPr lang="en-NZ" sz="1800" dirty="0">
                <a:latin typeface="Century Gothic" panose="020B0502020202020204" pitchFamily="34" charset="0"/>
                <a:ea typeface="+mn-ea"/>
                <a:cs typeface="+mn-cs"/>
              </a:rPr>
              <a:t>Geoff Gordon</a:t>
            </a:r>
          </a:p>
        </p:txBody>
      </p:sp>
    </p:spTree>
    <p:extLst>
      <p:ext uri="{BB962C8B-B14F-4D97-AF65-F5344CB8AC3E}">
        <p14:creationId xmlns:p14="http://schemas.microsoft.com/office/powerpoint/2010/main" val="3577202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D76118-5A18-ED6E-5E3A-52957967C792}"/>
              </a:ext>
            </a:extLst>
          </p:cNvPr>
          <p:cNvSpPr>
            <a:spLocks noGrp="1"/>
          </p:cNvSpPr>
          <p:nvPr>
            <p:ph type="title"/>
          </p:nvPr>
        </p:nvSpPr>
        <p:spPr/>
        <p:txBody>
          <a:bodyPr/>
          <a:lstStyle/>
          <a:p>
            <a:r>
              <a:rPr lang="en-NZ" dirty="0">
                <a:latin typeface="Century Gothic" panose="020B0502020202020204" pitchFamily="34" charset="0"/>
              </a:rPr>
              <a:t>Topics</a:t>
            </a:r>
          </a:p>
        </p:txBody>
      </p:sp>
      <p:sp>
        <p:nvSpPr>
          <p:cNvPr id="3" name="Content Placeholder 2">
            <a:extLst>
              <a:ext uri="{FF2B5EF4-FFF2-40B4-BE49-F238E27FC236}">
                <a16:creationId xmlns:a16="http://schemas.microsoft.com/office/drawing/2014/main" id="{BB9A7524-6160-9FC8-290D-89B8A80D8658}"/>
              </a:ext>
            </a:extLst>
          </p:cNvPr>
          <p:cNvSpPr>
            <a:spLocks noGrp="1"/>
          </p:cNvSpPr>
          <p:nvPr>
            <p:ph idx="1"/>
          </p:nvPr>
        </p:nvSpPr>
        <p:spPr/>
        <p:txBody>
          <a:bodyPr>
            <a:normAutofit/>
          </a:bodyPr>
          <a:lstStyle/>
          <a:p>
            <a:r>
              <a:rPr lang="en-NZ" sz="1800" dirty="0">
                <a:latin typeface="Century Gothic" panose="020B0502020202020204" pitchFamily="34" charset="0"/>
              </a:rPr>
              <a:t>Brief description of project</a:t>
            </a:r>
          </a:p>
          <a:p>
            <a:r>
              <a:rPr lang="en-NZ" sz="1800" dirty="0">
                <a:latin typeface="Century Gothic" panose="020B0502020202020204" pitchFamily="34" charset="0"/>
              </a:rPr>
              <a:t>Milestones and deliverables that have been completed</a:t>
            </a:r>
          </a:p>
          <a:p>
            <a:r>
              <a:rPr lang="en-NZ" sz="1800" dirty="0">
                <a:latin typeface="Century Gothic" panose="020B0502020202020204" pitchFamily="34" charset="0"/>
              </a:rPr>
              <a:t>What progress has been made</a:t>
            </a:r>
          </a:p>
          <a:p>
            <a:pPr lvl="1"/>
            <a:r>
              <a:rPr lang="en-NZ" sz="1800" dirty="0">
                <a:latin typeface="Century Gothic" panose="020B0502020202020204" pitchFamily="34" charset="0"/>
              </a:rPr>
              <a:t>Foremost proof of concept</a:t>
            </a:r>
          </a:p>
          <a:p>
            <a:pPr lvl="1"/>
            <a:r>
              <a:rPr lang="en-NZ" sz="1800" dirty="0">
                <a:latin typeface="Century Gothic" panose="020B0502020202020204" pitchFamily="34" charset="0"/>
              </a:rPr>
              <a:t>Emerging insights</a:t>
            </a:r>
          </a:p>
          <a:p>
            <a:r>
              <a:rPr lang="en-NZ" sz="1800" dirty="0">
                <a:latin typeface="Century Gothic" panose="020B0502020202020204" pitchFamily="34" charset="0"/>
              </a:rPr>
              <a:t>What is still to be done</a:t>
            </a:r>
          </a:p>
          <a:p>
            <a:r>
              <a:rPr lang="en-NZ" sz="1800" dirty="0">
                <a:latin typeface="Century Gothic" panose="020B0502020202020204" pitchFamily="34" charset="0"/>
              </a:rPr>
              <a:t>Changes to timeframe</a:t>
            </a:r>
          </a:p>
          <a:p>
            <a:r>
              <a:rPr lang="en-NZ" sz="1800" dirty="0">
                <a:latin typeface="Century Gothic" panose="020B0502020202020204" pitchFamily="34" charset="0"/>
              </a:rPr>
              <a:t>Client feedback and questions</a:t>
            </a:r>
          </a:p>
        </p:txBody>
      </p:sp>
    </p:spTree>
    <p:extLst>
      <p:ext uri="{BB962C8B-B14F-4D97-AF65-F5344CB8AC3E}">
        <p14:creationId xmlns:p14="http://schemas.microsoft.com/office/powerpoint/2010/main" val="17170191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C5FEAD-9459-4F61-E636-B0591191D4E6}"/>
              </a:ext>
            </a:extLst>
          </p:cNvPr>
          <p:cNvSpPr>
            <a:spLocks noGrp="1"/>
          </p:cNvSpPr>
          <p:nvPr>
            <p:ph type="title"/>
          </p:nvPr>
        </p:nvSpPr>
        <p:spPr/>
        <p:txBody>
          <a:bodyPr/>
          <a:lstStyle/>
          <a:p>
            <a:r>
              <a:rPr lang="en-NZ" dirty="0">
                <a:latin typeface="Century Gothic" panose="020B0502020202020204" pitchFamily="34" charset="0"/>
              </a:rPr>
              <a:t>Brief description of project</a:t>
            </a:r>
          </a:p>
        </p:txBody>
      </p:sp>
      <p:sp>
        <p:nvSpPr>
          <p:cNvPr id="3" name="Content Placeholder 2">
            <a:extLst>
              <a:ext uri="{FF2B5EF4-FFF2-40B4-BE49-F238E27FC236}">
                <a16:creationId xmlns:a16="http://schemas.microsoft.com/office/drawing/2014/main" id="{14E8D5CD-8731-2633-69BC-1AC0BBF2D643}"/>
              </a:ext>
            </a:extLst>
          </p:cNvPr>
          <p:cNvSpPr>
            <a:spLocks noGrp="1"/>
          </p:cNvSpPr>
          <p:nvPr>
            <p:ph idx="1"/>
          </p:nvPr>
        </p:nvSpPr>
        <p:spPr/>
        <p:txBody>
          <a:bodyPr>
            <a:normAutofit/>
          </a:bodyPr>
          <a:lstStyle/>
          <a:p>
            <a:pPr marL="0" indent="0">
              <a:buNone/>
            </a:pPr>
            <a:r>
              <a:rPr lang="en-NZ" sz="1800" dirty="0">
                <a:latin typeface="Century Gothic" panose="020B0502020202020204" pitchFamily="34" charset="0"/>
              </a:rPr>
              <a:t>The project aims to compare the interpretation and reporting ability of locally-run Large Language Models (LLMs) against the outputs produced by human analysts for three traditional forensic tools. </a:t>
            </a:r>
          </a:p>
          <a:p>
            <a:pPr marL="0" indent="0">
              <a:buNone/>
            </a:pPr>
            <a:r>
              <a:rPr lang="en-NZ" sz="1800" dirty="0">
                <a:latin typeface="Century Gothic" panose="020B0502020202020204" pitchFamily="34" charset="0"/>
              </a:rPr>
              <a:t>The tools that have been chosen for this project are Nmap, Foremost and Wireshark, with the intention of being able to test the strengths and weaknesses of the produced reports across a varied range of tools that touch on multiple different areas of Digital Forensics.</a:t>
            </a:r>
          </a:p>
        </p:txBody>
      </p:sp>
    </p:spTree>
    <p:extLst>
      <p:ext uri="{BB962C8B-B14F-4D97-AF65-F5344CB8AC3E}">
        <p14:creationId xmlns:p14="http://schemas.microsoft.com/office/powerpoint/2010/main" val="375552043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60F230-3A14-B66C-477C-5A707C1E83DD}"/>
              </a:ext>
            </a:extLst>
          </p:cNvPr>
          <p:cNvSpPr>
            <a:spLocks noGrp="1"/>
          </p:cNvSpPr>
          <p:nvPr>
            <p:ph type="title"/>
          </p:nvPr>
        </p:nvSpPr>
        <p:spPr/>
        <p:txBody>
          <a:bodyPr>
            <a:normAutofit/>
          </a:bodyPr>
          <a:lstStyle/>
          <a:p>
            <a:r>
              <a:rPr lang="en-NZ" dirty="0">
                <a:latin typeface="Century Gothic" panose="020B0502020202020204" pitchFamily="34" charset="0"/>
              </a:rPr>
              <a:t>Milestones and deliverables that have been completed</a:t>
            </a:r>
          </a:p>
        </p:txBody>
      </p:sp>
      <p:sp>
        <p:nvSpPr>
          <p:cNvPr id="3" name="Content Placeholder 2">
            <a:extLst>
              <a:ext uri="{FF2B5EF4-FFF2-40B4-BE49-F238E27FC236}">
                <a16:creationId xmlns:a16="http://schemas.microsoft.com/office/drawing/2014/main" id="{7A08BBEA-DC63-C183-A48F-6420D069B876}"/>
              </a:ext>
            </a:extLst>
          </p:cNvPr>
          <p:cNvSpPr>
            <a:spLocks noGrp="1"/>
          </p:cNvSpPr>
          <p:nvPr>
            <p:ph idx="1"/>
          </p:nvPr>
        </p:nvSpPr>
        <p:spPr/>
        <p:txBody>
          <a:bodyPr/>
          <a:lstStyle/>
          <a:p>
            <a:r>
              <a:rPr lang="en-NZ" sz="1800" dirty="0">
                <a:latin typeface="Century Gothic" panose="020B0502020202020204" pitchFamily="34" charset="0"/>
              </a:rPr>
              <a:t>Project proposal</a:t>
            </a:r>
          </a:p>
          <a:p>
            <a:r>
              <a:rPr lang="en-US" sz="1800" dirty="0">
                <a:latin typeface="Century Gothic" panose="020B0502020202020204" pitchFamily="34" charset="0"/>
              </a:rPr>
              <a:t>All forensics tools installed</a:t>
            </a:r>
          </a:p>
          <a:p>
            <a:r>
              <a:rPr lang="en-US" sz="1800" dirty="0">
                <a:latin typeface="Century Gothic" panose="020B0502020202020204" pitchFamily="34" charset="0"/>
              </a:rPr>
              <a:t>Created test environment</a:t>
            </a:r>
          </a:p>
          <a:p>
            <a:r>
              <a:rPr lang="en-US" sz="1800" dirty="0">
                <a:latin typeface="Century Gothic" panose="020B0502020202020204" pitchFamily="34" charset="0"/>
              </a:rPr>
              <a:t>Adequate test case files acquired</a:t>
            </a:r>
          </a:p>
          <a:p>
            <a:r>
              <a:rPr lang="en-NZ" sz="1800" dirty="0">
                <a:latin typeface="Century Gothic" panose="020B0502020202020204" pitchFamily="34" charset="0"/>
              </a:rPr>
              <a:t>Tested and selected LLM model: Gemma4:26b</a:t>
            </a:r>
          </a:p>
          <a:p>
            <a:r>
              <a:rPr lang="en-NZ" sz="1800" dirty="0">
                <a:latin typeface="Century Gothic" panose="020B0502020202020204" pitchFamily="34" charset="0"/>
              </a:rPr>
              <a:t>LLM Foremost integration: </a:t>
            </a:r>
          </a:p>
          <a:p>
            <a:pPr lvl="1"/>
            <a:r>
              <a:rPr lang="en-NZ" sz="1800" dirty="0">
                <a:latin typeface="Century Gothic" panose="020B0502020202020204" pitchFamily="34" charset="0"/>
              </a:rPr>
              <a:t>Python script to automatically feed carved files into the LLM and produce a report</a:t>
            </a:r>
          </a:p>
        </p:txBody>
      </p:sp>
    </p:spTree>
    <p:extLst>
      <p:ext uri="{BB962C8B-B14F-4D97-AF65-F5344CB8AC3E}">
        <p14:creationId xmlns:p14="http://schemas.microsoft.com/office/powerpoint/2010/main" val="115649372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E07390-5D9E-D38B-8C6D-7AF59C97E173}"/>
              </a:ext>
            </a:extLst>
          </p:cNvPr>
          <p:cNvSpPr>
            <a:spLocks noGrp="1"/>
          </p:cNvSpPr>
          <p:nvPr>
            <p:ph type="title"/>
          </p:nvPr>
        </p:nvSpPr>
        <p:spPr/>
        <p:txBody>
          <a:bodyPr/>
          <a:lstStyle/>
          <a:p>
            <a:r>
              <a:rPr lang="en-NZ" dirty="0">
                <a:latin typeface="Century Gothic" panose="020B0502020202020204" pitchFamily="34" charset="0"/>
              </a:rPr>
              <a:t>What progress has been made</a:t>
            </a:r>
          </a:p>
        </p:txBody>
      </p:sp>
      <p:sp>
        <p:nvSpPr>
          <p:cNvPr id="3" name="Content Placeholder 2">
            <a:extLst>
              <a:ext uri="{FF2B5EF4-FFF2-40B4-BE49-F238E27FC236}">
                <a16:creationId xmlns:a16="http://schemas.microsoft.com/office/drawing/2014/main" id="{CC6EEA5A-9F43-9FE8-BD39-3261513B255C}"/>
              </a:ext>
            </a:extLst>
          </p:cNvPr>
          <p:cNvSpPr>
            <a:spLocks noGrp="1"/>
          </p:cNvSpPr>
          <p:nvPr>
            <p:ph idx="1"/>
          </p:nvPr>
        </p:nvSpPr>
        <p:spPr>
          <a:xfrm>
            <a:off x="1103312" y="1575707"/>
            <a:ext cx="8946541" cy="4694464"/>
          </a:xfrm>
        </p:spPr>
        <p:txBody>
          <a:bodyPr>
            <a:normAutofit/>
          </a:bodyPr>
          <a:lstStyle/>
          <a:p>
            <a:r>
              <a:rPr lang="en-NZ" sz="1800" dirty="0">
                <a:latin typeface="Century Gothic" panose="020B0502020202020204" pitchFamily="34" charset="0"/>
              </a:rPr>
              <a:t>AI reports vs human reports generated based on the output of traditional digital forensics tools</a:t>
            </a:r>
          </a:p>
          <a:p>
            <a:r>
              <a:rPr lang="en-NZ" sz="1800" dirty="0">
                <a:latin typeface="Century Gothic" panose="020B0502020202020204" pitchFamily="34" charset="0"/>
              </a:rPr>
              <a:t>Tool scope was refined</a:t>
            </a:r>
          </a:p>
          <a:p>
            <a:r>
              <a:rPr lang="en-NZ" sz="1800" dirty="0">
                <a:latin typeface="Century Gothic" panose="020B0502020202020204" pitchFamily="34" charset="0"/>
              </a:rPr>
              <a:t>Tools selected, Foremost, Wireshark and Nmap</a:t>
            </a:r>
          </a:p>
          <a:p>
            <a:r>
              <a:rPr lang="en-NZ" sz="1800" dirty="0">
                <a:latin typeface="Century Gothic" panose="020B0502020202020204" pitchFamily="34" charset="0"/>
              </a:rPr>
              <a:t>Design Science Research Methodology adopted</a:t>
            </a:r>
          </a:p>
          <a:p>
            <a:r>
              <a:rPr lang="en-NZ" sz="1800" dirty="0">
                <a:latin typeface="Century Gothic" panose="020B0502020202020204" pitchFamily="34" charset="0"/>
              </a:rPr>
              <a:t>Changed from LM studio to </a:t>
            </a:r>
            <a:r>
              <a:rPr lang="en-NZ" sz="1800" dirty="0" err="1">
                <a:latin typeface="Century Gothic" panose="020B0502020202020204" pitchFamily="34" charset="0"/>
              </a:rPr>
              <a:t>Ollama</a:t>
            </a:r>
            <a:r>
              <a:rPr lang="en-NZ" sz="1800" dirty="0">
                <a:latin typeface="Century Gothic" panose="020B0502020202020204" pitchFamily="34" charset="0"/>
              </a:rPr>
              <a:t> </a:t>
            </a:r>
          </a:p>
          <a:p>
            <a:r>
              <a:rPr lang="en-NZ" sz="1800" dirty="0">
                <a:latin typeface="Century Gothic" panose="020B0502020202020204" pitchFamily="34" charset="0"/>
              </a:rPr>
              <a:t>Scripts to integrate AI processing</a:t>
            </a:r>
          </a:p>
          <a:p>
            <a:pPr marL="0" indent="0">
              <a:buNone/>
            </a:pPr>
            <a:endParaRPr lang="en-NZ" dirty="0">
              <a:latin typeface="Century Gothic" panose="020B0502020202020204" pitchFamily="34" charset="0"/>
            </a:endParaRPr>
          </a:p>
          <a:p>
            <a:pPr marL="0" indent="0">
              <a:buNone/>
            </a:pPr>
            <a:endParaRPr lang="en-NZ" dirty="0">
              <a:latin typeface="Century Gothic" panose="020B0502020202020204" pitchFamily="34" charset="0"/>
            </a:endParaRPr>
          </a:p>
          <a:p>
            <a:pPr lvl="1"/>
            <a:endParaRPr lang="en-NZ" dirty="0">
              <a:latin typeface="Century Gothic" panose="020B0502020202020204" pitchFamily="34" charset="0"/>
            </a:endParaRPr>
          </a:p>
          <a:p>
            <a:pPr lvl="1"/>
            <a:endParaRPr lang="en-NZ" dirty="0">
              <a:latin typeface="Century Gothic" panose="020B0502020202020204" pitchFamily="34" charset="0"/>
            </a:endParaRPr>
          </a:p>
        </p:txBody>
      </p:sp>
    </p:spTree>
    <p:extLst>
      <p:ext uri="{BB962C8B-B14F-4D97-AF65-F5344CB8AC3E}">
        <p14:creationId xmlns:p14="http://schemas.microsoft.com/office/powerpoint/2010/main" val="253087757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E0D38A-9B0C-F7EC-7E40-960AD3FE713C}"/>
              </a:ext>
            </a:extLst>
          </p:cNvPr>
          <p:cNvSpPr>
            <a:spLocks noGrp="1"/>
          </p:cNvSpPr>
          <p:nvPr>
            <p:ph type="title"/>
          </p:nvPr>
        </p:nvSpPr>
        <p:spPr/>
        <p:txBody>
          <a:bodyPr/>
          <a:lstStyle/>
          <a:p>
            <a:r>
              <a:rPr lang="en-NZ" dirty="0"/>
              <a:t>Foremost Proof of Concept</a:t>
            </a:r>
          </a:p>
        </p:txBody>
      </p:sp>
      <p:sp>
        <p:nvSpPr>
          <p:cNvPr id="3" name="Content Placeholder 2">
            <a:extLst>
              <a:ext uri="{FF2B5EF4-FFF2-40B4-BE49-F238E27FC236}">
                <a16:creationId xmlns:a16="http://schemas.microsoft.com/office/drawing/2014/main" id="{A1BF2D46-F7DC-B8C3-2E45-C4E0D2A1E1C9}"/>
              </a:ext>
            </a:extLst>
          </p:cNvPr>
          <p:cNvSpPr>
            <a:spLocks noGrp="1"/>
          </p:cNvSpPr>
          <p:nvPr>
            <p:ph idx="1"/>
          </p:nvPr>
        </p:nvSpPr>
        <p:spPr/>
        <p:txBody>
          <a:bodyPr>
            <a:normAutofit/>
          </a:bodyPr>
          <a:lstStyle/>
          <a:p>
            <a:r>
              <a:rPr lang="en-US" sz="1800" dirty="0">
                <a:latin typeface="Century Gothic" panose="020B0502020202020204" pitchFamily="34" charset="0"/>
              </a:rPr>
              <a:t>Foremost “carves” files from forensic disk images. Disk images are bit-by-bit copies of a storage medium. File carving is an essential practice in digital forensics</a:t>
            </a:r>
          </a:p>
          <a:p>
            <a:r>
              <a:rPr lang="en-US" sz="1800" dirty="0">
                <a:latin typeface="Century Gothic" panose="020B0502020202020204" pitchFamily="34" charset="0"/>
              </a:rPr>
              <a:t>The team developed a Python 3 script used to automate the examination of the “audit.txt” file from Foremost to produce a report</a:t>
            </a:r>
          </a:p>
          <a:p>
            <a:r>
              <a:rPr lang="en-US" sz="1800" dirty="0">
                <a:latin typeface="Century Gothic" panose="020B0502020202020204" pitchFamily="34" charset="0"/>
              </a:rPr>
              <a:t>The script also records how long the process takes</a:t>
            </a:r>
          </a:p>
          <a:p>
            <a:r>
              <a:rPr lang="en-US" sz="1800" dirty="0">
                <a:latin typeface="Century Gothic" panose="020B0502020202020204" pitchFamily="34" charset="0"/>
              </a:rPr>
              <a:t>This effort represents the successful development/integration of LLM enhancement to a digital forensics tool</a:t>
            </a:r>
          </a:p>
          <a:p>
            <a:endParaRPr lang="en-US" sz="1800" dirty="0"/>
          </a:p>
        </p:txBody>
      </p:sp>
      <p:sp>
        <p:nvSpPr>
          <p:cNvPr id="4" name="TextBox 3">
            <a:extLst>
              <a:ext uri="{FF2B5EF4-FFF2-40B4-BE49-F238E27FC236}">
                <a16:creationId xmlns:a16="http://schemas.microsoft.com/office/drawing/2014/main" id="{5CB2F7E0-7F7D-16AB-7A23-61A9A04E734F}"/>
              </a:ext>
            </a:extLst>
          </p:cNvPr>
          <p:cNvSpPr txBox="1"/>
          <p:nvPr/>
        </p:nvSpPr>
        <p:spPr>
          <a:xfrm>
            <a:off x="0" y="6898821"/>
            <a:ext cx="6278336" cy="369332"/>
          </a:xfrm>
          <a:prstGeom prst="rect">
            <a:avLst/>
          </a:prstGeom>
          <a:noFill/>
        </p:spPr>
        <p:txBody>
          <a:bodyPr wrap="square" rtlCol="0">
            <a:spAutoFit/>
          </a:bodyPr>
          <a:lstStyle/>
          <a:p>
            <a:r>
              <a:rPr lang="en-NZ" i="1" dirty="0"/>
              <a:t>And now for something completely different...</a:t>
            </a:r>
          </a:p>
        </p:txBody>
      </p:sp>
    </p:spTree>
    <p:extLst>
      <p:ext uri="{BB962C8B-B14F-4D97-AF65-F5344CB8AC3E}">
        <p14:creationId xmlns:p14="http://schemas.microsoft.com/office/powerpoint/2010/main" val="125144191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52F503-BA1E-2D45-51A6-84F7A82F23EE}"/>
              </a:ext>
            </a:extLst>
          </p:cNvPr>
          <p:cNvSpPr>
            <a:spLocks noGrp="1"/>
          </p:cNvSpPr>
          <p:nvPr>
            <p:ph type="title"/>
          </p:nvPr>
        </p:nvSpPr>
        <p:spPr/>
        <p:txBody>
          <a:bodyPr/>
          <a:lstStyle/>
          <a:p>
            <a:r>
              <a:rPr lang="en-NZ" dirty="0"/>
              <a:t>Emerging Insights</a:t>
            </a:r>
          </a:p>
        </p:txBody>
      </p:sp>
      <p:sp>
        <p:nvSpPr>
          <p:cNvPr id="3" name="Content Placeholder 2">
            <a:extLst>
              <a:ext uri="{FF2B5EF4-FFF2-40B4-BE49-F238E27FC236}">
                <a16:creationId xmlns:a16="http://schemas.microsoft.com/office/drawing/2014/main" id="{F2F109EC-CF5E-94D0-6F6D-FCD1015433D6}"/>
              </a:ext>
            </a:extLst>
          </p:cNvPr>
          <p:cNvSpPr>
            <a:spLocks noGrp="1"/>
          </p:cNvSpPr>
          <p:nvPr>
            <p:ph idx="1"/>
          </p:nvPr>
        </p:nvSpPr>
        <p:spPr>
          <a:xfrm>
            <a:off x="875201" y="1504278"/>
            <a:ext cx="8946541" cy="4195481"/>
          </a:xfrm>
        </p:spPr>
        <p:txBody>
          <a:bodyPr>
            <a:normAutofit/>
          </a:bodyPr>
          <a:lstStyle/>
          <a:p>
            <a:r>
              <a:rPr lang="en-US" sz="1800" dirty="0">
                <a:latin typeface="Century Gothic" panose="020B0502020202020204" pitchFamily="34" charset="0"/>
              </a:rPr>
              <a:t>LLM-augmented Foremost reporting takes about 15-35 seconds on a disk image that takes a human examiner 30-57 minutes</a:t>
            </a:r>
          </a:p>
          <a:p>
            <a:r>
              <a:rPr lang="en-US" sz="1800" dirty="0">
                <a:latin typeface="Century Gothic" panose="020B0502020202020204" pitchFamily="34" charset="0"/>
              </a:rPr>
              <a:t>Large documents fail to pass all their data into an </a:t>
            </a:r>
            <a:r>
              <a:rPr lang="en-US" sz="1800" dirty="0" err="1">
                <a:latin typeface="Century Gothic" panose="020B0502020202020204" pitchFamily="34" charset="0"/>
              </a:rPr>
              <a:t>Ollama</a:t>
            </a:r>
            <a:r>
              <a:rPr lang="en-US" sz="1800" dirty="0">
                <a:latin typeface="Century Gothic" panose="020B0502020202020204" pitchFamily="34" charset="0"/>
              </a:rPr>
              <a:t> prompt</a:t>
            </a:r>
          </a:p>
          <a:p>
            <a:pPr lvl="1"/>
            <a:r>
              <a:rPr lang="en-US" sz="1800" dirty="0">
                <a:latin typeface="Century Gothic" panose="020B0502020202020204" pitchFamily="34" charset="0"/>
              </a:rPr>
              <a:t>Cause is the locally hosted AI models’ limited context windows</a:t>
            </a:r>
          </a:p>
          <a:p>
            <a:pPr lvl="1"/>
            <a:r>
              <a:rPr lang="en-US" sz="1800" dirty="0">
                <a:latin typeface="Century Gothic" panose="020B0502020202020204" pitchFamily="34" charset="0"/>
              </a:rPr>
              <a:t>This was addressed through simple prompt chunking</a:t>
            </a:r>
          </a:p>
          <a:p>
            <a:r>
              <a:rPr lang="en-US" sz="1800" dirty="0">
                <a:latin typeface="Century Gothic" panose="020B0502020202020204" pitchFamily="34" charset="0"/>
              </a:rPr>
              <a:t>Vision models inspecting digital images have trouble reading small text. LLMs hallucinate and fabricate false information even with strict prompting. LLMs seem to have trouble asserting ignorance</a:t>
            </a:r>
          </a:p>
        </p:txBody>
      </p:sp>
    </p:spTree>
    <p:extLst>
      <p:ext uri="{BB962C8B-B14F-4D97-AF65-F5344CB8AC3E}">
        <p14:creationId xmlns:p14="http://schemas.microsoft.com/office/powerpoint/2010/main" val="395927589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82EF6F-E112-DB22-11E9-44E4396BFCF0}"/>
              </a:ext>
            </a:extLst>
          </p:cNvPr>
          <p:cNvSpPr>
            <a:spLocks noGrp="1"/>
          </p:cNvSpPr>
          <p:nvPr>
            <p:ph type="title"/>
          </p:nvPr>
        </p:nvSpPr>
        <p:spPr/>
        <p:txBody>
          <a:bodyPr/>
          <a:lstStyle/>
          <a:p>
            <a:r>
              <a:rPr lang="en-NZ" dirty="0">
                <a:latin typeface="Century Gothic" panose="020B0502020202020204" pitchFamily="34" charset="0"/>
              </a:rPr>
              <a:t>What is still to be done</a:t>
            </a:r>
          </a:p>
        </p:txBody>
      </p:sp>
      <p:sp>
        <p:nvSpPr>
          <p:cNvPr id="3" name="Content Placeholder 2">
            <a:extLst>
              <a:ext uri="{FF2B5EF4-FFF2-40B4-BE49-F238E27FC236}">
                <a16:creationId xmlns:a16="http://schemas.microsoft.com/office/drawing/2014/main" id="{E08B6175-1B96-0215-5195-3A92E08F8001}"/>
              </a:ext>
            </a:extLst>
          </p:cNvPr>
          <p:cNvSpPr>
            <a:spLocks noGrp="1"/>
          </p:cNvSpPr>
          <p:nvPr>
            <p:ph idx="1"/>
          </p:nvPr>
        </p:nvSpPr>
        <p:spPr/>
        <p:txBody>
          <a:bodyPr>
            <a:normAutofit/>
          </a:bodyPr>
          <a:lstStyle/>
          <a:p>
            <a:r>
              <a:rPr lang="en-NZ" sz="1800" dirty="0">
                <a:latin typeface="Century Gothic" panose="020B0502020202020204" pitchFamily="34" charset="0"/>
              </a:rPr>
              <a:t>Complete Wireshark and Nmap evaluation and integration</a:t>
            </a:r>
          </a:p>
          <a:p>
            <a:r>
              <a:rPr lang="en-US" sz="1800" dirty="0">
                <a:latin typeface="Century Gothic" panose="020B0502020202020204" pitchFamily="34" charset="0"/>
              </a:rPr>
              <a:t>Finalize test metrics and cases</a:t>
            </a:r>
          </a:p>
          <a:p>
            <a:r>
              <a:rPr lang="en-US" sz="1800" dirty="0">
                <a:latin typeface="Century Gothic" panose="020B0502020202020204" pitchFamily="34" charset="0"/>
              </a:rPr>
              <a:t>Perform testing</a:t>
            </a:r>
          </a:p>
          <a:p>
            <a:r>
              <a:rPr lang="en-US" sz="1800" dirty="0">
                <a:latin typeface="Century Gothic" panose="020B0502020202020204" pitchFamily="34" charset="0"/>
              </a:rPr>
              <a:t>Consolidate findings into report</a:t>
            </a:r>
          </a:p>
          <a:p>
            <a:r>
              <a:rPr lang="en-US" sz="1800" dirty="0">
                <a:latin typeface="Century Gothic" panose="020B0502020202020204" pitchFamily="34" charset="0"/>
              </a:rPr>
              <a:t>Deliver final report</a:t>
            </a:r>
          </a:p>
        </p:txBody>
      </p:sp>
    </p:spTree>
    <p:extLst>
      <p:ext uri="{BB962C8B-B14F-4D97-AF65-F5344CB8AC3E}">
        <p14:creationId xmlns:p14="http://schemas.microsoft.com/office/powerpoint/2010/main" val="236061582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C5CB6E-FD33-4419-FD29-5EB30403054C}"/>
              </a:ext>
            </a:extLst>
          </p:cNvPr>
          <p:cNvSpPr>
            <a:spLocks noGrp="1"/>
          </p:cNvSpPr>
          <p:nvPr>
            <p:ph type="title"/>
          </p:nvPr>
        </p:nvSpPr>
        <p:spPr/>
        <p:txBody>
          <a:bodyPr>
            <a:normAutofit/>
          </a:bodyPr>
          <a:lstStyle/>
          <a:p>
            <a:r>
              <a:rPr lang="en-NZ" dirty="0">
                <a:latin typeface="Century Gothic" panose="020B0502020202020204" pitchFamily="34" charset="0"/>
              </a:rPr>
              <a:t>Changes to timeframe</a:t>
            </a:r>
          </a:p>
        </p:txBody>
      </p:sp>
      <p:sp>
        <p:nvSpPr>
          <p:cNvPr id="3" name="Content Placeholder 2">
            <a:extLst>
              <a:ext uri="{FF2B5EF4-FFF2-40B4-BE49-F238E27FC236}">
                <a16:creationId xmlns:a16="http://schemas.microsoft.com/office/drawing/2014/main" id="{F342F351-5F23-6D92-03AC-5C25C11D2796}"/>
              </a:ext>
            </a:extLst>
          </p:cNvPr>
          <p:cNvSpPr>
            <a:spLocks noGrp="1"/>
          </p:cNvSpPr>
          <p:nvPr>
            <p:ph idx="1"/>
          </p:nvPr>
        </p:nvSpPr>
        <p:spPr/>
        <p:txBody>
          <a:bodyPr>
            <a:normAutofit/>
          </a:bodyPr>
          <a:lstStyle/>
          <a:p>
            <a:r>
              <a:rPr lang="en-NZ" sz="1800" dirty="0">
                <a:latin typeface="Century Gothic" panose="020B0502020202020204" pitchFamily="34" charset="0"/>
              </a:rPr>
              <a:t>The time frame has been shifted due to Capstone proposal taking longer than expected</a:t>
            </a:r>
          </a:p>
          <a:p>
            <a:r>
              <a:rPr lang="en-NZ" sz="1800" dirty="0">
                <a:latin typeface="Century Gothic" panose="020B0502020202020204" pitchFamily="34" charset="0"/>
              </a:rPr>
              <a:t>This results in less time to work on the project</a:t>
            </a:r>
          </a:p>
        </p:txBody>
      </p:sp>
      <p:pic>
        <p:nvPicPr>
          <p:cNvPr id="7" name="Picture 6">
            <a:extLst>
              <a:ext uri="{FF2B5EF4-FFF2-40B4-BE49-F238E27FC236}">
                <a16:creationId xmlns:a16="http://schemas.microsoft.com/office/drawing/2014/main" id="{257739DE-0FAB-97D0-0E34-5C4922963DA3}"/>
              </a:ext>
            </a:extLst>
          </p:cNvPr>
          <p:cNvPicPr>
            <a:picLocks noChangeAspect="1"/>
          </p:cNvPicPr>
          <p:nvPr/>
        </p:nvPicPr>
        <p:blipFill>
          <a:blip r:embed="rId3"/>
          <a:stretch>
            <a:fillRect/>
          </a:stretch>
        </p:blipFill>
        <p:spPr>
          <a:xfrm>
            <a:off x="612647" y="2598762"/>
            <a:ext cx="10683089" cy="3847692"/>
          </a:xfrm>
          <a:prstGeom prst="rect">
            <a:avLst/>
          </a:prstGeom>
        </p:spPr>
      </p:pic>
    </p:spTree>
    <p:extLst>
      <p:ext uri="{BB962C8B-B14F-4D97-AF65-F5344CB8AC3E}">
        <p14:creationId xmlns:p14="http://schemas.microsoft.com/office/powerpoint/2010/main" val="6835692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4F9A50-08D3-B5BA-98EE-2A5CB574A435}"/>
              </a:ext>
            </a:extLst>
          </p:cNvPr>
          <p:cNvSpPr>
            <a:spLocks noGrp="1"/>
          </p:cNvSpPr>
          <p:nvPr>
            <p:ph type="title"/>
          </p:nvPr>
        </p:nvSpPr>
        <p:spPr>
          <a:xfrm>
            <a:off x="1177584" y="2805830"/>
            <a:ext cx="9836832" cy="872497"/>
          </a:xfrm>
        </p:spPr>
        <p:txBody>
          <a:bodyPr>
            <a:normAutofit/>
          </a:bodyPr>
          <a:lstStyle/>
          <a:p>
            <a:pPr algn="ctr"/>
            <a:r>
              <a:rPr lang="en-NZ" dirty="0">
                <a:latin typeface="Century Gothic" panose="020B0502020202020204" pitchFamily="34" charset="0"/>
              </a:rPr>
              <a:t>Client feedback and questions </a:t>
            </a:r>
          </a:p>
        </p:txBody>
      </p:sp>
    </p:spTree>
    <p:extLst>
      <p:ext uri="{BB962C8B-B14F-4D97-AF65-F5344CB8AC3E}">
        <p14:creationId xmlns:p14="http://schemas.microsoft.com/office/powerpoint/2010/main" val="300935319"/>
      </p:ext>
    </p:extLst>
  </p:cSld>
  <p:clrMapOvr>
    <a:masterClrMapping/>
  </p:clrMapOvr>
</p:sld>
</file>

<file path=ppt/theme/theme1.xml><?xml version="1.0" encoding="utf-8"?>
<a:theme xmlns:a="http://schemas.openxmlformats.org/drawingml/2006/main" name="Helena">
  <a:themeElements>
    <a:clrScheme name="Helena">
      <a:dk1>
        <a:sysClr val="windowText" lastClr="000000"/>
      </a:dk1>
      <a:lt1>
        <a:sysClr val="window" lastClr="FFFFFF"/>
      </a:lt1>
      <a:dk2>
        <a:srgbClr val="2C3932"/>
      </a:dk2>
      <a:lt2>
        <a:srgbClr val="FDF6EA"/>
      </a:lt2>
      <a:accent1>
        <a:srgbClr val="169C9A"/>
      </a:accent1>
      <a:accent2>
        <a:srgbClr val="FA9A42"/>
      </a:accent2>
      <a:accent3>
        <a:srgbClr val="E15C3D"/>
      </a:accent3>
      <a:accent4>
        <a:srgbClr val="E78A67"/>
      </a:accent4>
      <a:accent5>
        <a:srgbClr val="A74B40"/>
      </a:accent5>
      <a:accent6>
        <a:srgbClr val="3D9072"/>
      </a:accent6>
      <a:hlink>
        <a:srgbClr val="169C9A"/>
      </a:hlink>
      <a:folHlink>
        <a:srgbClr val="E15C3D"/>
      </a:folHlink>
    </a:clrScheme>
    <a:fontScheme name="Neue Haas">
      <a:majorFont>
        <a:latin typeface="Neue Haas Grotesk Text Pro"/>
        <a:ea typeface=""/>
        <a:cs typeface=""/>
      </a:majorFont>
      <a:minorFont>
        <a:latin typeface="Neue Haas Grotesk Tex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Helena" id="{83B93026-B8A4-4FE9-8E48-8009734911E7}" vid="{E43B60F7-EC4F-4A08-AFF5-BDC94162E533}"/>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Helena</Template>
  <TotalTime>1921</TotalTime>
  <Words>505</Words>
  <Application>Microsoft Office PowerPoint</Application>
  <PresentationFormat>Widescreen</PresentationFormat>
  <Paragraphs>84</Paragraphs>
  <Slides>11</Slides>
  <Notes>11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11</vt:i4>
      </vt:variant>
    </vt:vector>
  </HeadingPairs>
  <TitlesOfParts>
    <vt:vector size="16" baseType="lpstr">
      <vt:lpstr>Aptos</vt:lpstr>
      <vt:lpstr>Arial</vt:lpstr>
      <vt:lpstr>Century Gothic</vt:lpstr>
      <vt:lpstr>Neue Haas Grotesk Text Pro</vt:lpstr>
      <vt:lpstr>Helena</vt:lpstr>
      <vt:lpstr>Mid Project Presentation</vt:lpstr>
      <vt:lpstr>Attendees</vt:lpstr>
      <vt:lpstr>Topics</vt:lpstr>
      <vt:lpstr>Brief description of project</vt:lpstr>
      <vt:lpstr>Milestones and deliverables that have been completed</vt:lpstr>
      <vt:lpstr>What progress has been made</vt:lpstr>
      <vt:lpstr>Foremost Proof of Concept</vt:lpstr>
      <vt:lpstr>Emerging Insights</vt:lpstr>
      <vt:lpstr>What is still to be done</vt:lpstr>
      <vt:lpstr>Changes to timeframe</vt:lpstr>
      <vt:lpstr>Client feedback and questions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Sam Davies</dc:creator>
  <cp:lastModifiedBy>Dave Sushames</cp:lastModifiedBy>
  <cp:revision>16</cp:revision>
  <dcterms:created xsi:type="dcterms:W3CDTF">2026-09-07T23:48:56Z</dcterms:created>
  <dcterms:modified xsi:type="dcterms:W3CDTF">2026-09-15T01:44:32Z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6e7f387-1815-4007-b22e-dbfac1fba8aa_Enabled">
    <vt:lpwstr>true</vt:lpwstr>
  </property>
  <property fmtid="{D5CDD505-2E9C-101B-9397-08002B2CF9AE}" pid="3" name="MSIP_Label_46e7f387-1815-4007-b22e-dbfac1fba8aa_SetDate">
    <vt:lpwstr>2026-09-07T23:48:56Z</vt:lpwstr>
  </property>
  <property fmtid="{D5CDD505-2E9C-101B-9397-08002B2CF9AE}" pid="4" name="MSIP_Label_46e7f387-1815-4007-b22e-dbfac1fba8aa_Method">
    <vt:lpwstr>Standard</vt:lpwstr>
  </property>
  <property fmtid="{D5CDD505-2E9C-101B-9397-08002B2CF9AE}" pid="5" name="MSIP_Label_46e7f387-1815-4007-b22e-dbfac1fba8aa_Name">
    <vt:lpwstr>defa4170-0d19-0005-0004-bc88714345d2</vt:lpwstr>
  </property>
  <property fmtid="{D5CDD505-2E9C-101B-9397-08002B2CF9AE}" pid="6" name="MSIP_Label_46e7f387-1815-4007-b22e-dbfac1fba8aa_SiteId">
    <vt:lpwstr>1ae31382-9a17-4ce4-b300-161b0fa8f4b8</vt:lpwstr>
  </property>
  <property fmtid="{D5CDD505-2E9C-101B-9397-08002B2CF9AE}" pid="7" name="MSIP_Label_46e7f387-1815-4007-b22e-dbfac1fba8aa_ActionId">
    <vt:lpwstr>157ff331-9569-4325-b3ba-e4c568c88a67</vt:lpwstr>
  </property>
  <property fmtid="{D5CDD505-2E9C-101B-9397-08002B2CF9AE}" pid="8" name="MSIP_Label_46e7f387-1815-4007-b22e-dbfac1fba8aa_ContentBits">
    <vt:lpwstr>0</vt:lpwstr>
  </property>
  <property fmtid="{D5CDD505-2E9C-101B-9397-08002B2CF9AE}" pid="9" name="MSIP_Label_46e7f387-1815-4007-b22e-dbfac1fba8aa_Tag">
    <vt:lpwstr>10, 3, 0, 1</vt:lpwstr>
  </property>
</Properties>
</file>