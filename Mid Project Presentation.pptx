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62" r:id="rId3"/>
    <p:sldId id="257" r:id="rId4"/>
    <p:sldId id="258" r:id="rId5"/>
    <p:sldId id="259" r:id="rId6"/>
    <p:sldId id="260"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050285-B4F3-42C3-BF88-8016C8E92A90}" v="25" dt="2026-09-10T03:23:22.7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81" d="100"/>
          <a:sy n="81" d="100"/>
        </p:scale>
        <p:origin x="114" y="1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e Sushames" userId="ce71797e-895c-47df-af8e-c160254d5cef" providerId="ADAL" clId="{067FCE3D-3D41-4548-936F-F0A348C85C95}"/>
    <pc:docChg chg="undo redo custSel addSld delSld modSld sldOrd modMainMaster">
      <pc:chgData name="Dave Sushames" userId="ce71797e-895c-47df-af8e-c160254d5cef" providerId="ADAL" clId="{067FCE3D-3D41-4548-936F-F0A348C85C95}" dt="2026-09-10T03:23:22.782" v="1489"/>
      <pc:docMkLst>
        <pc:docMk/>
      </pc:docMkLst>
      <pc:sldChg chg="addSp delSp modSp mod setBg setClrOvrMap">
        <pc:chgData name="Dave Sushames" userId="ce71797e-895c-47df-af8e-c160254d5cef" providerId="ADAL" clId="{067FCE3D-3D41-4548-936F-F0A348C85C95}" dt="2026-09-10T02:55:32.987" v="1038" actId="1076"/>
        <pc:sldMkLst>
          <pc:docMk/>
          <pc:sldMk cId="137548550" sldId="256"/>
        </pc:sldMkLst>
        <pc:spChg chg="mod">
          <ac:chgData name="Dave Sushames" userId="ce71797e-895c-47df-af8e-c160254d5cef" providerId="ADAL" clId="{067FCE3D-3D41-4548-936F-F0A348C85C95}" dt="2026-09-10T02:55:14.691" v="1034" actId="1076"/>
          <ac:spMkLst>
            <pc:docMk/>
            <pc:sldMk cId="137548550" sldId="256"/>
            <ac:spMk id="2" creationId="{91D376B7-C157-6B08-B8E5-DCCC8ED6982F}"/>
          </ac:spMkLst>
        </pc:spChg>
        <pc:spChg chg="mod">
          <ac:chgData name="Dave Sushames" userId="ce71797e-895c-47df-af8e-c160254d5cef" providerId="ADAL" clId="{067FCE3D-3D41-4548-936F-F0A348C85C95}" dt="2026-09-10T02:55:32.987" v="1038" actId="1076"/>
          <ac:spMkLst>
            <pc:docMk/>
            <pc:sldMk cId="137548550" sldId="256"/>
            <ac:spMk id="3" creationId="{7B0A87BF-4DD4-CC52-28FC-A1DDAFEC8998}"/>
          </ac:spMkLst>
        </pc:spChg>
        <pc:spChg chg="add del">
          <ac:chgData name="Dave Sushames" userId="ce71797e-895c-47df-af8e-c160254d5cef" providerId="ADAL" clId="{067FCE3D-3D41-4548-936F-F0A348C85C95}" dt="2026-09-10T02:55:08.186" v="1033" actId="26606"/>
          <ac:spMkLst>
            <pc:docMk/>
            <pc:sldMk cId="137548550" sldId="256"/>
            <ac:spMk id="12" creationId="{4FA533C5-33E3-4611-AF9F-72811D8B26A6}"/>
          </ac:spMkLst>
        </pc:spChg>
        <pc:spChg chg="add del">
          <ac:chgData name="Dave Sushames" userId="ce71797e-895c-47df-af8e-c160254d5cef" providerId="ADAL" clId="{067FCE3D-3D41-4548-936F-F0A348C85C95}" dt="2026-09-10T02:55:08.186" v="1033" actId="26606"/>
          <ac:spMkLst>
            <pc:docMk/>
            <pc:sldMk cId="137548550" sldId="256"/>
            <ac:spMk id="18" creationId="{87F0FDC4-AD8C-47D9-9131-623C98ADB0AE}"/>
          </ac:spMkLst>
        </pc:spChg>
        <pc:spChg chg="add del">
          <ac:chgData name="Dave Sushames" userId="ce71797e-895c-47df-af8e-c160254d5cef" providerId="ADAL" clId="{067FCE3D-3D41-4548-936F-F0A348C85C95}" dt="2026-09-10T02:55:08.186" v="1033" actId="26606"/>
          <ac:spMkLst>
            <pc:docMk/>
            <pc:sldMk cId="137548550" sldId="256"/>
            <ac:spMk id="20" creationId="{052BEFF1-896C-45B1-B02C-96A6A1BC389A}"/>
          </ac:spMkLst>
        </pc:spChg>
        <pc:spChg chg="add del">
          <ac:chgData name="Dave Sushames" userId="ce71797e-895c-47df-af8e-c160254d5cef" providerId="ADAL" clId="{067FCE3D-3D41-4548-936F-F0A348C85C95}" dt="2026-09-10T02:55:08.186" v="1033" actId="26606"/>
          <ac:spMkLst>
            <pc:docMk/>
            <pc:sldMk cId="137548550" sldId="256"/>
            <ac:spMk id="22" creationId="{BB237A14-61B1-4C00-A670-5D8D68A8668E}"/>
          </ac:spMkLst>
        </pc:spChg>
        <pc:spChg chg="add del">
          <ac:chgData name="Dave Sushames" userId="ce71797e-895c-47df-af8e-c160254d5cef" providerId="ADAL" clId="{067FCE3D-3D41-4548-936F-F0A348C85C95}" dt="2026-09-10T02:55:08.186" v="1033" actId="26606"/>
          <ac:spMkLst>
            <pc:docMk/>
            <pc:sldMk cId="137548550" sldId="256"/>
            <ac:spMk id="24" creationId="{8598F259-6F54-47A3-8D13-1603D786A328}"/>
          </ac:spMkLst>
        </pc:spChg>
        <pc:spChg chg="add del">
          <ac:chgData name="Dave Sushames" userId="ce71797e-895c-47df-af8e-c160254d5cef" providerId="ADAL" clId="{067FCE3D-3D41-4548-936F-F0A348C85C95}" dt="2026-09-10T02:55:08.186" v="1033" actId="26606"/>
          <ac:spMkLst>
            <pc:docMk/>
            <pc:sldMk cId="137548550" sldId="256"/>
            <ac:spMk id="26" creationId="{0BA768A8-4FED-4ED8-9E46-6BE72188ECD2}"/>
          </ac:spMkLst>
        </pc:spChg>
        <pc:picChg chg="add del">
          <ac:chgData name="Dave Sushames" userId="ce71797e-895c-47df-af8e-c160254d5cef" providerId="ADAL" clId="{067FCE3D-3D41-4548-936F-F0A348C85C95}" dt="2026-09-10T02:55:08.186" v="1033" actId="26606"/>
          <ac:picMkLst>
            <pc:docMk/>
            <pc:sldMk cId="137548550" sldId="256"/>
            <ac:picMk id="8" creationId="{91B28F63-CF00-448F-B141-FE33C33B1891}"/>
          </ac:picMkLst>
        </pc:picChg>
        <pc:picChg chg="add del">
          <ac:chgData name="Dave Sushames" userId="ce71797e-895c-47df-af8e-c160254d5cef" providerId="ADAL" clId="{067FCE3D-3D41-4548-936F-F0A348C85C95}" dt="2026-09-10T02:55:08.186" v="1033" actId="26606"/>
          <ac:picMkLst>
            <pc:docMk/>
            <pc:sldMk cId="137548550" sldId="256"/>
            <ac:picMk id="14" creationId="{8949AD42-25FD-4C3D-9EEE-B7FEC5809988}"/>
          </ac:picMkLst>
        </pc:picChg>
      </pc:sldChg>
      <pc:sldChg chg="modSp mod">
        <pc:chgData name="Dave Sushames" userId="ce71797e-895c-47df-af8e-c160254d5cef" providerId="ADAL" clId="{067FCE3D-3D41-4548-936F-F0A348C85C95}" dt="2026-09-10T03:03:10.235" v="1441" actId="20577"/>
        <pc:sldMkLst>
          <pc:docMk/>
          <pc:sldMk cId="2362368263" sldId="257"/>
        </pc:sldMkLst>
        <pc:spChg chg="mod">
          <ac:chgData name="Dave Sushames" userId="ce71797e-895c-47df-af8e-c160254d5cef" providerId="ADAL" clId="{067FCE3D-3D41-4548-936F-F0A348C85C95}" dt="2026-09-10T02:55:03.086" v="1031"/>
          <ac:spMkLst>
            <pc:docMk/>
            <pc:sldMk cId="2362368263" sldId="257"/>
            <ac:spMk id="2" creationId="{90530326-B10D-8D61-0CFF-8C79806EB64C}"/>
          </ac:spMkLst>
        </pc:spChg>
        <pc:spChg chg="mod">
          <ac:chgData name="Dave Sushames" userId="ce71797e-895c-47df-af8e-c160254d5cef" providerId="ADAL" clId="{067FCE3D-3D41-4548-936F-F0A348C85C95}" dt="2026-09-10T03:03:10.235" v="1441" actId="20577"/>
          <ac:spMkLst>
            <pc:docMk/>
            <pc:sldMk cId="2362368263" sldId="257"/>
            <ac:spMk id="3" creationId="{6C0C07A1-BD55-F571-87E1-3E1F8CB44291}"/>
          </ac:spMkLst>
        </pc:spChg>
      </pc:sldChg>
      <pc:sldChg chg="modSp mod">
        <pc:chgData name="Dave Sushames" userId="ce71797e-895c-47df-af8e-c160254d5cef" providerId="ADAL" clId="{067FCE3D-3D41-4548-936F-F0A348C85C95}" dt="2026-09-10T02:55:03.086" v="1031"/>
        <pc:sldMkLst>
          <pc:docMk/>
          <pc:sldMk cId="3384359967" sldId="258"/>
        </pc:sldMkLst>
        <pc:spChg chg="mod">
          <ac:chgData name="Dave Sushames" userId="ce71797e-895c-47df-af8e-c160254d5cef" providerId="ADAL" clId="{067FCE3D-3D41-4548-936F-F0A348C85C95}" dt="2026-09-10T02:55:03.086" v="1031"/>
          <ac:spMkLst>
            <pc:docMk/>
            <pc:sldMk cId="3384359967" sldId="258"/>
            <ac:spMk id="2" creationId="{2683624D-3129-03E9-F115-6F90475E4794}"/>
          </ac:spMkLst>
        </pc:spChg>
        <pc:spChg chg="mod">
          <ac:chgData name="Dave Sushames" userId="ce71797e-895c-47df-af8e-c160254d5cef" providerId="ADAL" clId="{067FCE3D-3D41-4548-936F-F0A348C85C95}" dt="2026-09-10T02:55:03.086" v="1031"/>
          <ac:spMkLst>
            <pc:docMk/>
            <pc:sldMk cId="3384359967" sldId="258"/>
            <ac:spMk id="3" creationId="{0F35839F-4D04-EB1F-ADC7-579D8D73B752}"/>
          </ac:spMkLst>
        </pc:spChg>
      </pc:sldChg>
      <pc:sldChg chg="modSp mod">
        <pc:chgData name="Dave Sushames" userId="ce71797e-895c-47df-af8e-c160254d5cef" providerId="ADAL" clId="{067FCE3D-3D41-4548-936F-F0A348C85C95}" dt="2026-09-10T03:03:36.781" v="1483" actId="20577"/>
        <pc:sldMkLst>
          <pc:docMk/>
          <pc:sldMk cId="256383110" sldId="259"/>
        </pc:sldMkLst>
        <pc:spChg chg="mod">
          <ac:chgData name="Dave Sushames" userId="ce71797e-895c-47df-af8e-c160254d5cef" providerId="ADAL" clId="{067FCE3D-3D41-4548-936F-F0A348C85C95}" dt="2026-09-10T02:55:03.086" v="1031"/>
          <ac:spMkLst>
            <pc:docMk/>
            <pc:sldMk cId="256383110" sldId="259"/>
            <ac:spMk id="2" creationId="{2938C9BD-10F8-3FB7-B12D-383CA5C6C775}"/>
          </ac:spMkLst>
        </pc:spChg>
        <pc:spChg chg="mod">
          <ac:chgData name="Dave Sushames" userId="ce71797e-895c-47df-af8e-c160254d5cef" providerId="ADAL" clId="{067FCE3D-3D41-4548-936F-F0A348C85C95}" dt="2026-09-10T03:03:36.781" v="1483" actId="20577"/>
          <ac:spMkLst>
            <pc:docMk/>
            <pc:sldMk cId="256383110" sldId="259"/>
            <ac:spMk id="3" creationId="{D196632A-DFFF-0D91-597A-10CA65E9657B}"/>
          </ac:spMkLst>
        </pc:spChg>
      </pc:sldChg>
      <pc:sldChg chg="modSp mod">
        <pc:chgData name="Dave Sushames" userId="ce71797e-895c-47df-af8e-c160254d5cef" providerId="ADAL" clId="{067FCE3D-3D41-4548-936F-F0A348C85C95}" dt="2026-09-10T02:55:03.086" v="1031"/>
        <pc:sldMkLst>
          <pc:docMk/>
          <pc:sldMk cId="1449235414" sldId="260"/>
        </pc:sldMkLst>
        <pc:spChg chg="mod">
          <ac:chgData name="Dave Sushames" userId="ce71797e-895c-47df-af8e-c160254d5cef" providerId="ADAL" clId="{067FCE3D-3D41-4548-936F-F0A348C85C95}" dt="2026-09-10T02:55:03.086" v="1031"/>
          <ac:spMkLst>
            <pc:docMk/>
            <pc:sldMk cId="1449235414" sldId="260"/>
            <ac:spMk id="2" creationId="{86421533-E00D-2C2D-FEDE-CB1FC05A20A6}"/>
          </ac:spMkLst>
        </pc:spChg>
        <pc:spChg chg="mod">
          <ac:chgData name="Dave Sushames" userId="ce71797e-895c-47df-af8e-c160254d5cef" providerId="ADAL" clId="{067FCE3D-3D41-4548-936F-F0A348C85C95}" dt="2026-09-10T02:55:03.086" v="1031"/>
          <ac:spMkLst>
            <pc:docMk/>
            <pc:sldMk cId="1449235414" sldId="260"/>
            <ac:spMk id="3" creationId="{FE3682BF-2AAA-17DB-13EF-80FD9DC2ED51}"/>
          </ac:spMkLst>
        </pc:spChg>
      </pc:sldChg>
      <pc:sldChg chg="modSp mod">
        <pc:chgData name="Dave Sushames" userId="ce71797e-895c-47df-af8e-c160254d5cef" providerId="ADAL" clId="{067FCE3D-3D41-4548-936F-F0A348C85C95}" dt="2026-09-10T03:23:02.289" v="1484"/>
        <pc:sldMkLst>
          <pc:docMk/>
          <pc:sldMk cId="1776220710" sldId="261"/>
        </pc:sldMkLst>
        <pc:spChg chg="mod">
          <ac:chgData name="Dave Sushames" userId="ce71797e-895c-47df-af8e-c160254d5cef" providerId="ADAL" clId="{067FCE3D-3D41-4548-936F-F0A348C85C95}" dt="2026-09-10T02:55:03.086" v="1031"/>
          <ac:spMkLst>
            <pc:docMk/>
            <pc:sldMk cId="1776220710" sldId="261"/>
            <ac:spMk id="2" creationId="{34223870-F07E-046E-D74E-D0008EB3121A}"/>
          </ac:spMkLst>
        </pc:spChg>
        <pc:spChg chg="mod">
          <ac:chgData name="Dave Sushames" userId="ce71797e-895c-47df-af8e-c160254d5cef" providerId="ADAL" clId="{067FCE3D-3D41-4548-936F-F0A348C85C95}" dt="2026-09-10T03:23:02.289" v="1484"/>
          <ac:spMkLst>
            <pc:docMk/>
            <pc:sldMk cId="1776220710" sldId="261"/>
            <ac:spMk id="3" creationId="{26D92AE9-27DD-FCA7-1967-4FD13345CD68}"/>
          </ac:spMkLst>
        </pc:spChg>
      </pc:sldChg>
      <pc:sldChg chg="modSp new mod ord">
        <pc:chgData name="Dave Sushames" userId="ce71797e-895c-47df-af8e-c160254d5cef" providerId="ADAL" clId="{067FCE3D-3D41-4548-936F-F0A348C85C95}" dt="2026-09-10T02:56:06.509" v="1051" actId="5793"/>
        <pc:sldMkLst>
          <pc:docMk/>
          <pc:sldMk cId="3468736769" sldId="262"/>
        </pc:sldMkLst>
        <pc:spChg chg="mod">
          <ac:chgData name="Dave Sushames" userId="ce71797e-895c-47df-af8e-c160254d5cef" providerId="ADAL" clId="{067FCE3D-3D41-4548-936F-F0A348C85C95}" dt="2026-09-10T02:56:02.600" v="1049" actId="20577"/>
          <ac:spMkLst>
            <pc:docMk/>
            <pc:sldMk cId="3468736769" sldId="262"/>
            <ac:spMk id="2" creationId="{047335D3-B3E6-C8A2-402C-FE455859BD5F}"/>
          </ac:spMkLst>
        </pc:spChg>
        <pc:spChg chg="mod">
          <ac:chgData name="Dave Sushames" userId="ce71797e-895c-47df-af8e-c160254d5cef" providerId="ADAL" clId="{067FCE3D-3D41-4548-936F-F0A348C85C95}" dt="2026-09-10T02:56:06.509" v="1051" actId="5793"/>
          <ac:spMkLst>
            <pc:docMk/>
            <pc:sldMk cId="3468736769" sldId="262"/>
            <ac:spMk id="3" creationId="{A157AFC2-32EC-591F-EAE0-425D725D535E}"/>
          </ac:spMkLst>
        </pc:spChg>
      </pc:sldChg>
      <pc:sldChg chg="add">
        <pc:chgData name="Dave Sushames" userId="ce71797e-895c-47df-af8e-c160254d5cef" providerId="ADAL" clId="{067FCE3D-3D41-4548-936F-F0A348C85C95}" dt="2026-09-10T03:23:22.782" v="1489"/>
        <pc:sldMkLst>
          <pc:docMk/>
          <pc:sldMk cId="300935319" sldId="263"/>
        </pc:sldMkLst>
      </pc:sldChg>
      <pc:sldChg chg="modSp new del">
        <pc:chgData name="Dave Sushames" userId="ce71797e-895c-47df-af8e-c160254d5cef" providerId="ADAL" clId="{067FCE3D-3D41-4548-936F-F0A348C85C95}" dt="2026-09-10T03:23:18.147" v="1488" actId="680"/>
        <pc:sldMkLst>
          <pc:docMk/>
          <pc:sldMk cId="3299044373" sldId="263"/>
        </pc:sldMkLst>
        <pc:spChg chg="mod">
          <ac:chgData name="Dave Sushames" userId="ce71797e-895c-47df-af8e-c160254d5cef" providerId="ADAL" clId="{067FCE3D-3D41-4548-936F-F0A348C85C95}" dt="2026-09-10T03:23:13.480" v="1487"/>
          <ac:spMkLst>
            <pc:docMk/>
            <pc:sldMk cId="3299044373" sldId="263"/>
            <ac:spMk id="2" creationId="{11A8B00C-7DDA-11D2-0675-3127D7546268}"/>
          </ac:spMkLst>
        </pc:spChg>
        <pc:spChg chg="mod">
          <ac:chgData name="Dave Sushames" userId="ce71797e-895c-47df-af8e-c160254d5cef" providerId="ADAL" clId="{067FCE3D-3D41-4548-936F-F0A348C85C95}" dt="2026-09-10T03:23:12.252" v="1486"/>
          <ac:spMkLst>
            <pc:docMk/>
            <pc:sldMk cId="3299044373" sldId="263"/>
            <ac:spMk id="3" creationId="{A9D2C890-5872-98EB-ACB3-F41469604AB9}"/>
          </ac:spMkLst>
        </pc:spChg>
      </pc:sldChg>
      <pc:sldMasterChg chg="modSldLayout">
        <pc:chgData name="Dave Sushames" userId="ce71797e-895c-47df-af8e-c160254d5cef" providerId="ADAL" clId="{067FCE3D-3D41-4548-936F-F0A348C85C95}" dt="2026-09-09T02:35:14.433" v="1003"/>
        <pc:sldMasterMkLst>
          <pc:docMk/>
          <pc:sldMasterMk cId="3488028552" sldId="2147483746"/>
        </pc:sldMasterMkLst>
        <pc:sldLayoutChg chg="addSp delSp">
          <pc:chgData name="Dave Sushames" userId="ce71797e-895c-47df-af8e-c160254d5cef" providerId="ADAL" clId="{067FCE3D-3D41-4548-936F-F0A348C85C95}" dt="2026-09-09T02:35:14.433" v="1003"/>
          <pc:sldLayoutMkLst>
            <pc:docMk/>
            <pc:sldMasterMk cId="3488028552" sldId="2147483746"/>
            <pc:sldLayoutMk cId="878715823" sldId="2147483758"/>
          </pc:sldLayoutMkLst>
          <pc:cxnChg chg="add del">
            <ac:chgData name="Dave Sushames" userId="ce71797e-895c-47df-af8e-c160254d5cef" providerId="ADAL" clId="{067FCE3D-3D41-4548-936F-F0A348C85C95}" dt="2026-09-09T02:35:14.433" v="1003"/>
            <ac:cxnSpMkLst>
              <pc:docMk/>
              <pc:sldMasterMk cId="3488028552" sldId="2147483746"/>
              <pc:sldLayoutMk cId="878715823" sldId="2147483758"/>
              <ac:cxnSpMk id="8" creationId="{3C1F8589-B640-4540-D0AD-2B0461CD340F}"/>
            </ac:cxnSpMkLst>
          </pc:cxnChg>
        </pc:sldLayoutChg>
        <pc:sldLayoutChg chg="addSp delSp">
          <pc:chgData name="Dave Sushames" userId="ce71797e-895c-47df-af8e-c160254d5cef" providerId="ADAL" clId="{067FCE3D-3D41-4548-936F-F0A348C85C95}" dt="2026-09-09T02:35:14.433" v="1003"/>
          <pc:sldLayoutMkLst>
            <pc:docMk/>
            <pc:sldMasterMk cId="3488028552" sldId="2147483746"/>
            <pc:sldLayoutMk cId="1403078055" sldId="2147483759"/>
          </pc:sldLayoutMkLst>
          <pc:cxnChg chg="add del">
            <ac:chgData name="Dave Sushames" userId="ce71797e-895c-47df-af8e-c160254d5cef" providerId="ADAL" clId="{067FCE3D-3D41-4548-936F-F0A348C85C95}" dt="2026-09-09T02:35:14.433" v="1003"/>
            <ac:cxnSpMkLst>
              <pc:docMk/>
              <pc:sldMasterMk cId="3488028552" sldId="2147483746"/>
              <pc:sldLayoutMk cId="1403078055" sldId="2147483759"/>
              <ac:cxnSpMk id="7" creationId="{FD144482-F463-E942-01AE-69DF54F4171C}"/>
            </ac:cxnSpMkLst>
          </pc:cxn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2285579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2313395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1250239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23C7EEE-1AD9-4CFE-8AFB-1041F302144F}" type="datetimeFigureOut">
              <a:rPr lang="en-NZ" smtClean="0"/>
              <a:t>22/10/2026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508190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23C7EEE-1AD9-4CFE-8AFB-1041F302144F}" type="datetimeFigureOut">
              <a:rPr lang="en-NZ" smtClean="0"/>
              <a:t>22/10/2026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3019143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3"/>
          <p:cNvSpPr>
            <a:spLocks noGrp="1"/>
          </p:cNvSpPr>
          <p:nvPr>
            <p:ph type="ftr" sz="quarter" idx="11"/>
          </p:nvPr>
        </p:nvSpPr>
        <p:spPr/>
        <p:txBody>
          <a:bodyPr/>
          <a:lstStyle/>
          <a:p>
            <a:endParaRPr lang="en-NZ"/>
          </a:p>
        </p:txBody>
      </p:sp>
      <p:sp>
        <p:nvSpPr>
          <p:cNvPr id="6" name="Slide Number Placeholder 4"/>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600997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2"/>
          <p:cNvSpPr>
            <a:spLocks noGrp="1"/>
          </p:cNvSpPr>
          <p:nvPr>
            <p:ph type="ftr" sz="quarter" idx="11"/>
          </p:nvPr>
        </p:nvSpPr>
        <p:spPr/>
        <p:txBody>
          <a:bodyPr/>
          <a:lstStyle/>
          <a:p>
            <a:endParaRPr lang="en-NZ"/>
          </a:p>
        </p:txBody>
      </p:sp>
      <p:sp>
        <p:nvSpPr>
          <p:cNvPr id="6" name="Slide Number Placeholder 3"/>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671718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5"/>
          <p:cNvSpPr>
            <a:spLocks noGrp="1"/>
          </p:cNvSpPr>
          <p:nvPr>
            <p:ph type="ftr" sz="quarter" idx="11"/>
          </p:nvPr>
        </p:nvSpPr>
        <p:spPr/>
        <p:txBody>
          <a:bodyPr/>
          <a:lstStyle/>
          <a:p>
            <a:endParaRPr lang="en-NZ"/>
          </a:p>
        </p:txBody>
      </p:sp>
      <p:sp>
        <p:nvSpPr>
          <p:cNvPr id="6" name="Slide Number Placeholder 6"/>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1046841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A23C7EEE-1AD9-4CFE-8AFB-1041F302144F}" type="datetimeFigureOut">
              <a:rPr lang="en-NZ" smtClean="0"/>
              <a:t>22/10/2026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352924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A23C7EEE-1AD9-4CFE-8AFB-1041F302144F}" type="datetimeFigureOut">
              <a:rPr lang="en-NZ" smtClean="0"/>
              <a:t>22/10/2026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2009884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3074296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27067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3712696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4"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485030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4"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596545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3292720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23C7EEE-1AD9-4CFE-8AFB-1041F302144F}" type="datetimeFigureOut">
              <a:rPr lang="en-NZ" smtClean="0"/>
              <a:t>22/10/2026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4AE78319-C126-4CCF-AB9F-8D6DA74409B1}" type="slidenum">
              <a:rPr lang="en-NZ" smtClean="0"/>
              <a:t>‹#›</a:t>
            </a:fld>
            <a:endParaRPr lang="en-NZ"/>
          </a:p>
        </p:txBody>
      </p:sp>
    </p:spTree>
    <p:extLst>
      <p:ext uri="{BB962C8B-B14F-4D97-AF65-F5344CB8AC3E}">
        <p14:creationId xmlns:p14="http://schemas.microsoft.com/office/powerpoint/2010/main" val="3896514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23C7EEE-1AD9-4CFE-8AFB-1041F302144F}" type="datetimeFigureOut">
              <a:rPr lang="en-NZ" smtClean="0"/>
              <a:t>22/10/2026</a:t>
            </a:fld>
            <a:endParaRPr lang="en-NZ"/>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NZ"/>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AE78319-C126-4CCF-AB9F-8D6DA74409B1}" type="slidenum">
              <a:rPr lang="en-NZ" smtClean="0"/>
              <a:t>‹#›</a:t>
            </a:fld>
            <a:endParaRPr lang="en-NZ"/>
          </a:p>
        </p:txBody>
      </p:sp>
    </p:spTree>
    <p:extLst>
      <p:ext uri="{BB962C8B-B14F-4D97-AF65-F5344CB8AC3E}">
        <p14:creationId xmlns:p14="http://schemas.microsoft.com/office/powerpoint/2010/main" val="3632862688"/>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376B7-C157-6B08-B8E5-DCCC8ED6982F}"/>
              </a:ext>
            </a:extLst>
          </p:cNvPr>
          <p:cNvSpPr>
            <a:spLocks noGrp="1"/>
          </p:cNvSpPr>
          <p:nvPr>
            <p:ph type="ctrTitle"/>
          </p:nvPr>
        </p:nvSpPr>
        <p:spPr>
          <a:xfrm>
            <a:off x="1154955" y="950495"/>
            <a:ext cx="8825658" cy="3329581"/>
          </a:xfrm>
        </p:spPr>
        <p:txBody>
          <a:bodyPr/>
          <a:lstStyle/>
          <a:p>
            <a:r>
              <a:rPr lang="en-US" dirty="0"/>
              <a:t>Mid Project Presentation</a:t>
            </a:r>
            <a:endParaRPr lang="en-NZ" dirty="0"/>
          </a:p>
        </p:txBody>
      </p:sp>
      <p:sp>
        <p:nvSpPr>
          <p:cNvPr id="3" name="Subtitle 2">
            <a:extLst>
              <a:ext uri="{FF2B5EF4-FFF2-40B4-BE49-F238E27FC236}">
                <a16:creationId xmlns:a16="http://schemas.microsoft.com/office/drawing/2014/main" id="{7B0A87BF-4DD4-CC52-28FC-A1DDAFEC8998}"/>
              </a:ext>
            </a:extLst>
          </p:cNvPr>
          <p:cNvSpPr>
            <a:spLocks noGrp="1"/>
          </p:cNvSpPr>
          <p:nvPr>
            <p:ph type="subTitle" idx="1"/>
          </p:nvPr>
        </p:nvSpPr>
        <p:spPr>
          <a:xfrm>
            <a:off x="1154955" y="4520706"/>
            <a:ext cx="8825658" cy="861420"/>
          </a:xfrm>
        </p:spPr>
        <p:txBody>
          <a:bodyPr>
            <a:noAutofit/>
          </a:bodyPr>
          <a:lstStyle/>
          <a:p>
            <a:r>
              <a:rPr lang="en-NZ" sz="1800" b="1" dirty="0"/>
              <a:t>Project Title: </a:t>
            </a:r>
            <a:r>
              <a:rPr lang="en-NZ" sz="1800" dirty="0"/>
              <a:t>AI-Enhanced vs Legacy Digital Forensics and Investigation Tools – A Comparative Efficacy Analysis</a:t>
            </a:r>
          </a:p>
          <a:p>
            <a:r>
              <a:rPr lang="en-NZ" sz="1800" b="1" dirty="0"/>
              <a:t>Team Name: </a:t>
            </a:r>
            <a:r>
              <a:rPr lang="en-NZ" sz="1800" dirty="0"/>
              <a:t>Byte Harbor Butchers</a:t>
            </a:r>
          </a:p>
          <a:p>
            <a:r>
              <a:rPr lang="en-NZ" sz="1800" b="1" dirty="0"/>
              <a:t>Team Members: </a:t>
            </a:r>
            <a:r>
              <a:rPr lang="en-NZ" sz="1800" dirty="0"/>
              <a:t>Olivia Hey, Matt Baker, Sam Davies, Dave Sushames</a:t>
            </a:r>
          </a:p>
          <a:p>
            <a:r>
              <a:rPr lang="en-NZ" sz="1800" b="1" dirty="0"/>
              <a:t>Project Client: </a:t>
            </a:r>
            <a:r>
              <a:rPr lang="en-NZ" sz="1800" dirty="0"/>
              <a:t>Geoff Gordon</a:t>
            </a:r>
          </a:p>
        </p:txBody>
      </p:sp>
    </p:spTree>
    <p:extLst>
      <p:ext uri="{BB962C8B-B14F-4D97-AF65-F5344CB8AC3E}">
        <p14:creationId xmlns:p14="http://schemas.microsoft.com/office/powerpoint/2010/main" val="137548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35D3-B3E6-C8A2-402C-FE455859BD5F}"/>
              </a:ext>
            </a:extLst>
          </p:cNvPr>
          <p:cNvSpPr>
            <a:spLocks noGrp="1"/>
          </p:cNvSpPr>
          <p:nvPr>
            <p:ph type="title"/>
          </p:nvPr>
        </p:nvSpPr>
        <p:spPr/>
        <p:txBody>
          <a:bodyPr/>
          <a:lstStyle/>
          <a:p>
            <a:r>
              <a:rPr lang="en-US" dirty="0"/>
              <a:t>Topics</a:t>
            </a:r>
            <a:endParaRPr lang="en-NZ" dirty="0"/>
          </a:p>
        </p:txBody>
      </p:sp>
      <p:sp>
        <p:nvSpPr>
          <p:cNvPr id="3" name="Content Placeholder 2">
            <a:extLst>
              <a:ext uri="{FF2B5EF4-FFF2-40B4-BE49-F238E27FC236}">
                <a16:creationId xmlns:a16="http://schemas.microsoft.com/office/drawing/2014/main" id="{A157AFC2-32EC-591F-EAE0-425D725D535E}"/>
              </a:ext>
            </a:extLst>
          </p:cNvPr>
          <p:cNvSpPr>
            <a:spLocks noGrp="1"/>
          </p:cNvSpPr>
          <p:nvPr>
            <p:ph idx="1"/>
          </p:nvPr>
        </p:nvSpPr>
        <p:spPr/>
        <p:txBody>
          <a:bodyPr/>
          <a:lstStyle/>
          <a:p>
            <a:r>
              <a:rPr lang="en-NZ" dirty="0">
                <a:latin typeface="Century Gothic" panose="020B0502020202020204" pitchFamily="34" charset="0"/>
              </a:rPr>
              <a:t>Brief description of project.</a:t>
            </a:r>
          </a:p>
          <a:p>
            <a:r>
              <a:rPr lang="en-NZ" dirty="0">
                <a:latin typeface="Century Gothic" panose="020B0502020202020204" pitchFamily="34" charset="0"/>
              </a:rPr>
              <a:t>Milestones and deliverables that have been completed.</a:t>
            </a:r>
          </a:p>
          <a:p>
            <a:r>
              <a:rPr lang="en-NZ" dirty="0">
                <a:latin typeface="Century Gothic" panose="020B0502020202020204" pitchFamily="34" charset="0"/>
              </a:rPr>
              <a:t>How progress has been made.</a:t>
            </a:r>
          </a:p>
          <a:p>
            <a:r>
              <a:rPr lang="en-NZ" dirty="0">
                <a:latin typeface="Century Gothic" panose="020B0502020202020204" pitchFamily="34" charset="0"/>
              </a:rPr>
              <a:t>What is still to be done.</a:t>
            </a:r>
          </a:p>
          <a:p>
            <a:r>
              <a:rPr lang="en-NZ" dirty="0">
                <a:latin typeface="Century Gothic" panose="020B0502020202020204" pitchFamily="34" charset="0"/>
              </a:rPr>
              <a:t>Any changes to timeframes that need to be discussed?</a:t>
            </a:r>
          </a:p>
          <a:p>
            <a:r>
              <a:rPr lang="en-NZ" dirty="0">
                <a:latin typeface="Century Gothic" panose="020B0502020202020204" pitchFamily="34" charset="0"/>
              </a:rPr>
              <a:t>Overall client feedback/satisfaction.</a:t>
            </a:r>
          </a:p>
          <a:p>
            <a:r>
              <a:rPr lang="en-NZ" dirty="0">
                <a:latin typeface="Century Gothic" panose="020B0502020202020204" pitchFamily="34" charset="0"/>
              </a:rPr>
              <a:t>Questions?</a:t>
            </a:r>
          </a:p>
          <a:p>
            <a:pPr marL="0" indent="0">
              <a:buNone/>
            </a:pPr>
            <a:endParaRPr lang="en-NZ" dirty="0"/>
          </a:p>
        </p:txBody>
      </p:sp>
    </p:spTree>
    <p:extLst>
      <p:ext uri="{BB962C8B-B14F-4D97-AF65-F5344CB8AC3E}">
        <p14:creationId xmlns:p14="http://schemas.microsoft.com/office/powerpoint/2010/main" val="3468736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30326-B10D-8D61-0CFF-8C79806EB64C}"/>
              </a:ext>
            </a:extLst>
          </p:cNvPr>
          <p:cNvSpPr>
            <a:spLocks noGrp="1"/>
          </p:cNvSpPr>
          <p:nvPr>
            <p:ph type="title"/>
          </p:nvPr>
        </p:nvSpPr>
        <p:spPr/>
        <p:txBody>
          <a:bodyPr/>
          <a:lstStyle/>
          <a:p>
            <a:r>
              <a:rPr lang="en-US" dirty="0"/>
              <a:t>Project description</a:t>
            </a:r>
            <a:endParaRPr lang="en-NZ" dirty="0"/>
          </a:p>
        </p:txBody>
      </p:sp>
      <p:sp>
        <p:nvSpPr>
          <p:cNvPr id="3" name="Content Placeholder 2">
            <a:extLst>
              <a:ext uri="{FF2B5EF4-FFF2-40B4-BE49-F238E27FC236}">
                <a16:creationId xmlns:a16="http://schemas.microsoft.com/office/drawing/2014/main" id="{6C0C07A1-BD55-F571-87E1-3E1F8CB44291}"/>
              </a:ext>
            </a:extLst>
          </p:cNvPr>
          <p:cNvSpPr>
            <a:spLocks noGrp="1"/>
          </p:cNvSpPr>
          <p:nvPr>
            <p:ph idx="1"/>
          </p:nvPr>
        </p:nvSpPr>
        <p:spPr/>
        <p:txBody>
          <a:bodyPr/>
          <a:lstStyle/>
          <a:p>
            <a:pPr marL="0" indent="0">
              <a:buNone/>
            </a:pPr>
            <a:r>
              <a:rPr lang="en-US" dirty="0"/>
              <a:t>The project is to compare how locally-run Large Language Models (LLMs) interpret and report on Nmap, Foremost, and Wireshark outputs compared to human analysts.</a:t>
            </a:r>
          </a:p>
          <a:p>
            <a:pPr marL="0" indent="0">
              <a:buNone/>
            </a:pPr>
            <a:r>
              <a:rPr lang="en-US" dirty="0"/>
              <a:t>Framework: Design Science Research.</a:t>
            </a:r>
          </a:p>
          <a:p>
            <a:pPr marL="0" indent="0">
              <a:buNone/>
            </a:pPr>
            <a:r>
              <a:rPr lang="en-NZ" dirty="0"/>
              <a:t>(Maybe explain DSR)</a:t>
            </a:r>
          </a:p>
        </p:txBody>
      </p:sp>
    </p:spTree>
    <p:extLst>
      <p:ext uri="{BB962C8B-B14F-4D97-AF65-F5344CB8AC3E}">
        <p14:creationId xmlns:p14="http://schemas.microsoft.com/office/powerpoint/2010/main" val="2362368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3624D-3129-03E9-F115-6F90475E4794}"/>
              </a:ext>
            </a:extLst>
          </p:cNvPr>
          <p:cNvSpPr>
            <a:spLocks noGrp="1"/>
          </p:cNvSpPr>
          <p:nvPr>
            <p:ph type="title"/>
          </p:nvPr>
        </p:nvSpPr>
        <p:spPr/>
        <p:txBody>
          <a:bodyPr/>
          <a:lstStyle/>
          <a:p>
            <a:r>
              <a:rPr lang="en-US" dirty="0"/>
              <a:t>Completed Milestones</a:t>
            </a:r>
            <a:endParaRPr lang="en-NZ" dirty="0"/>
          </a:p>
        </p:txBody>
      </p:sp>
      <p:sp>
        <p:nvSpPr>
          <p:cNvPr id="3" name="Content Placeholder 2">
            <a:extLst>
              <a:ext uri="{FF2B5EF4-FFF2-40B4-BE49-F238E27FC236}">
                <a16:creationId xmlns:a16="http://schemas.microsoft.com/office/drawing/2014/main" id="{0F35839F-4D04-EB1F-ADC7-579D8D73B752}"/>
              </a:ext>
            </a:extLst>
          </p:cNvPr>
          <p:cNvSpPr>
            <a:spLocks noGrp="1"/>
          </p:cNvSpPr>
          <p:nvPr>
            <p:ph idx="1"/>
          </p:nvPr>
        </p:nvSpPr>
        <p:spPr/>
        <p:txBody>
          <a:bodyPr/>
          <a:lstStyle/>
          <a:p>
            <a:pPr marL="0" indent="0">
              <a:buNone/>
            </a:pPr>
            <a:r>
              <a:rPr lang="en-US" dirty="0"/>
              <a:t>Proposal finished</a:t>
            </a:r>
          </a:p>
          <a:p>
            <a:pPr marL="0" indent="0">
              <a:buNone/>
            </a:pPr>
            <a:r>
              <a:rPr lang="en-US" dirty="0"/>
              <a:t>All forensics tools installed.</a:t>
            </a:r>
          </a:p>
          <a:p>
            <a:pPr marL="0" indent="0">
              <a:buNone/>
            </a:pPr>
            <a:r>
              <a:rPr lang="en-US" dirty="0"/>
              <a:t>Created Test Environment</a:t>
            </a:r>
          </a:p>
          <a:p>
            <a:pPr marL="0" indent="0">
              <a:buNone/>
            </a:pPr>
            <a:r>
              <a:rPr lang="en-NZ" dirty="0"/>
              <a:t>Selected AI model: Gemma4:26b</a:t>
            </a:r>
          </a:p>
          <a:p>
            <a:pPr marL="0" indent="0">
              <a:buNone/>
            </a:pPr>
            <a:r>
              <a:rPr lang="en-NZ" dirty="0"/>
              <a:t>AI Foremost integration: Python script to automatically feed the carved files into the LLM and produce a report.</a:t>
            </a:r>
          </a:p>
        </p:txBody>
      </p:sp>
    </p:spTree>
    <p:extLst>
      <p:ext uri="{BB962C8B-B14F-4D97-AF65-F5344CB8AC3E}">
        <p14:creationId xmlns:p14="http://schemas.microsoft.com/office/powerpoint/2010/main" val="3384359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8C9BD-10F8-3FB7-B12D-383CA5C6C775}"/>
              </a:ext>
            </a:extLst>
          </p:cNvPr>
          <p:cNvSpPr>
            <a:spLocks noGrp="1"/>
          </p:cNvSpPr>
          <p:nvPr>
            <p:ph type="title"/>
          </p:nvPr>
        </p:nvSpPr>
        <p:spPr/>
        <p:txBody>
          <a:bodyPr/>
          <a:lstStyle/>
          <a:p>
            <a:r>
              <a:rPr lang="en-US" dirty="0"/>
              <a:t>How progress has been made</a:t>
            </a:r>
            <a:endParaRPr lang="en-NZ" dirty="0"/>
          </a:p>
        </p:txBody>
      </p:sp>
      <p:sp>
        <p:nvSpPr>
          <p:cNvPr id="3" name="Content Placeholder 2">
            <a:extLst>
              <a:ext uri="{FF2B5EF4-FFF2-40B4-BE49-F238E27FC236}">
                <a16:creationId xmlns:a16="http://schemas.microsoft.com/office/drawing/2014/main" id="{D196632A-DFFF-0D91-597A-10CA65E9657B}"/>
              </a:ext>
            </a:extLst>
          </p:cNvPr>
          <p:cNvSpPr>
            <a:spLocks noGrp="1"/>
          </p:cNvSpPr>
          <p:nvPr>
            <p:ph idx="1"/>
          </p:nvPr>
        </p:nvSpPr>
        <p:spPr/>
        <p:txBody>
          <a:bodyPr/>
          <a:lstStyle/>
          <a:p>
            <a:pPr marL="0" indent="0">
              <a:buNone/>
            </a:pPr>
            <a:r>
              <a:rPr lang="en-US" dirty="0"/>
              <a:t>The project’s scope has changed significantly since first conception. Initially, we were to compare AI enhanced DF tools to legacy ones. However, many AI tools were just an AI using the legacy tool.</a:t>
            </a:r>
          </a:p>
          <a:p>
            <a:pPr marL="0" indent="0">
              <a:buNone/>
            </a:pPr>
            <a:r>
              <a:rPr lang="en-NZ" dirty="0"/>
              <a:t>We have cut the number of tools down to three: Foremost, Wireshark, and Nmap.</a:t>
            </a:r>
          </a:p>
          <a:p>
            <a:pPr marL="0" indent="0">
              <a:buNone/>
            </a:pPr>
            <a:endParaRPr lang="en-NZ" dirty="0"/>
          </a:p>
        </p:txBody>
      </p:sp>
    </p:spTree>
    <p:extLst>
      <p:ext uri="{BB962C8B-B14F-4D97-AF65-F5344CB8AC3E}">
        <p14:creationId xmlns:p14="http://schemas.microsoft.com/office/powerpoint/2010/main" val="256383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21533-E00D-2C2D-FEDE-CB1FC05A20A6}"/>
              </a:ext>
            </a:extLst>
          </p:cNvPr>
          <p:cNvSpPr>
            <a:spLocks noGrp="1"/>
          </p:cNvSpPr>
          <p:nvPr>
            <p:ph type="title"/>
          </p:nvPr>
        </p:nvSpPr>
        <p:spPr/>
        <p:txBody>
          <a:bodyPr/>
          <a:lstStyle/>
          <a:p>
            <a:r>
              <a:rPr lang="en-US" dirty="0"/>
              <a:t>What is still to be done</a:t>
            </a:r>
            <a:endParaRPr lang="en-NZ" dirty="0"/>
          </a:p>
        </p:txBody>
      </p:sp>
      <p:sp>
        <p:nvSpPr>
          <p:cNvPr id="3" name="Content Placeholder 2">
            <a:extLst>
              <a:ext uri="{FF2B5EF4-FFF2-40B4-BE49-F238E27FC236}">
                <a16:creationId xmlns:a16="http://schemas.microsoft.com/office/drawing/2014/main" id="{FE3682BF-2AAA-17DB-13EF-80FD9DC2ED51}"/>
              </a:ext>
            </a:extLst>
          </p:cNvPr>
          <p:cNvSpPr>
            <a:spLocks noGrp="1"/>
          </p:cNvSpPr>
          <p:nvPr>
            <p:ph idx="1"/>
          </p:nvPr>
        </p:nvSpPr>
        <p:spPr/>
        <p:txBody>
          <a:bodyPr/>
          <a:lstStyle/>
          <a:p>
            <a:pPr marL="0" indent="0">
              <a:buNone/>
            </a:pPr>
            <a:r>
              <a:rPr lang="en-US" dirty="0"/>
              <a:t>Finalize test metrics</a:t>
            </a:r>
          </a:p>
          <a:p>
            <a:pPr marL="0" indent="0">
              <a:buNone/>
            </a:pPr>
            <a:r>
              <a:rPr lang="en-US" dirty="0"/>
              <a:t>Nmap and Wireshark integration</a:t>
            </a:r>
          </a:p>
          <a:p>
            <a:pPr marL="0" indent="0">
              <a:buNone/>
            </a:pPr>
            <a:r>
              <a:rPr lang="en-US" dirty="0"/>
              <a:t>Run tests</a:t>
            </a:r>
          </a:p>
          <a:p>
            <a:pPr marL="0" indent="0">
              <a:buNone/>
            </a:pPr>
            <a:r>
              <a:rPr lang="en-US" dirty="0"/>
              <a:t>Consolidate findings</a:t>
            </a:r>
          </a:p>
          <a:p>
            <a:pPr marL="0" indent="0">
              <a:buNone/>
            </a:pPr>
            <a:r>
              <a:rPr lang="en-US" dirty="0"/>
              <a:t>Final report</a:t>
            </a:r>
          </a:p>
          <a:p>
            <a:pPr marL="0" indent="0">
              <a:buNone/>
            </a:pPr>
            <a:endParaRPr lang="en-NZ" dirty="0"/>
          </a:p>
        </p:txBody>
      </p:sp>
    </p:spTree>
    <p:extLst>
      <p:ext uri="{BB962C8B-B14F-4D97-AF65-F5344CB8AC3E}">
        <p14:creationId xmlns:p14="http://schemas.microsoft.com/office/powerpoint/2010/main" val="1449235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23870-F07E-046E-D74E-D0008EB3121A}"/>
              </a:ext>
            </a:extLst>
          </p:cNvPr>
          <p:cNvSpPr>
            <a:spLocks noGrp="1"/>
          </p:cNvSpPr>
          <p:nvPr>
            <p:ph type="title"/>
          </p:nvPr>
        </p:nvSpPr>
        <p:spPr/>
        <p:txBody>
          <a:bodyPr/>
          <a:lstStyle/>
          <a:p>
            <a:r>
              <a:rPr lang="en-US" dirty="0"/>
              <a:t>Changes to timeframes</a:t>
            </a:r>
            <a:endParaRPr lang="en-NZ" dirty="0"/>
          </a:p>
        </p:txBody>
      </p:sp>
      <p:sp>
        <p:nvSpPr>
          <p:cNvPr id="3" name="Content Placeholder 2">
            <a:extLst>
              <a:ext uri="{FF2B5EF4-FFF2-40B4-BE49-F238E27FC236}">
                <a16:creationId xmlns:a16="http://schemas.microsoft.com/office/drawing/2014/main" id="{26D92AE9-27DD-FCA7-1967-4FD13345CD68}"/>
              </a:ext>
            </a:extLst>
          </p:cNvPr>
          <p:cNvSpPr>
            <a:spLocks noGrp="1"/>
          </p:cNvSpPr>
          <p:nvPr>
            <p:ph idx="1"/>
          </p:nvPr>
        </p:nvSpPr>
        <p:spPr/>
        <p:txBody>
          <a:bodyPr/>
          <a:lstStyle/>
          <a:p>
            <a:pPr marL="0" indent="0">
              <a:buNone/>
            </a:pPr>
            <a:r>
              <a:rPr lang="en-NZ" dirty="0">
                <a:latin typeface="Century Gothic" panose="020B0502020202020204" pitchFamily="34" charset="0"/>
              </a:rPr>
              <a:t>The time frame has been shifted due to Capstone proposal taking longer than expected. </a:t>
            </a:r>
          </a:p>
          <a:p>
            <a:pPr marL="0" indent="0">
              <a:buNone/>
            </a:pPr>
            <a:endParaRPr lang="en-NZ" dirty="0"/>
          </a:p>
        </p:txBody>
      </p:sp>
    </p:spTree>
    <p:extLst>
      <p:ext uri="{BB962C8B-B14F-4D97-AF65-F5344CB8AC3E}">
        <p14:creationId xmlns:p14="http://schemas.microsoft.com/office/powerpoint/2010/main" val="1776220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9A50-08D3-B5BA-98EE-2A5CB574A435}"/>
              </a:ext>
            </a:extLst>
          </p:cNvPr>
          <p:cNvSpPr>
            <a:spLocks noGrp="1"/>
          </p:cNvSpPr>
          <p:nvPr>
            <p:ph type="title"/>
          </p:nvPr>
        </p:nvSpPr>
        <p:spPr>
          <a:xfrm>
            <a:off x="1177584" y="2728735"/>
            <a:ext cx="9836832" cy="1400530"/>
          </a:xfrm>
        </p:spPr>
        <p:txBody>
          <a:bodyPr/>
          <a:lstStyle/>
          <a:p>
            <a:r>
              <a:rPr lang="en-NZ" dirty="0">
                <a:latin typeface="Century Gothic" panose="020B0502020202020204" pitchFamily="34" charset="0"/>
              </a:rPr>
              <a:t>Overall client feedback/satisfaction </a:t>
            </a:r>
          </a:p>
        </p:txBody>
      </p:sp>
    </p:spTree>
    <p:extLst>
      <p:ext uri="{BB962C8B-B14F-4D97-AF65-F5344CB8AC3E}">
        <p14:creationId xmlns:p14="http://schemas.microsoft.com/office/powerpoint/2010/main" val="3009353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527</TotalTime>
  <Words>271</Words>
  <Application>Microsoft Office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Century Gothic</vt:lpstr>
      <vt:lpstr>Wingdings 3</vt:lpstr>
      <vt:lpstr>Ion</vt:lpstr>
      <vt:lpstr>Mid Project Presentation</vt:lpstr>
      <vt:lpstr>Topics</vt:lpstr>
      <vt:lpstr>Project description</vt:lpstr>
      <vt:lpstr>Completed Milestones</vt:lpstr>
      <vt:lpstr>How progress has been made</vt:lpstr>
      <vt:lpstr>What is still to be done</vt:lpstr>
      <vt:lpstr>Changes to timeframes</vt:lpstr>
      <vt:lpstr>Overall client feedback/satisfaction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Dave Sushames</dc:creator>
  <cp:lastModifiedBy>matt.baker01</cp:lastModifiedBy>
  <cp:revision>1</cp:revision>
  <dcterms:created xsi:type="dcterms:W3CDTF">2026-09-02T03:14:30Z</dcterms:created>
  <dcterms:modified xsi:type="dcterms:W3CDTF">2026-10-22T00:25:18Z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e7f387-1815-4007-b22e-dbfac1fba8aa_Enabled">
    <vt:lpwstr>true</vt:lpwstr>
  </property>
  <property fmtid="{D5CDD505-2E9C-101B-9397-08002B2CF9AE}" pid="3" name="MSIP_Label_46e7f387-1815-4007-b22e-dbfac1fba8aa_SetDate">
    <vt:lpwstr>2026-09-02T03:14:30Z</vt:lpwstr>
  </property>
  <property fmtid="{D5CDD505-2E9C-101B-9397-08002B2CF9AE}" pid="4" name="MSIP_Label_46e7f387-1815-4007-b22e-dbfac1fba8aa_Method">
    <vt:lpwstr>Standard</vt:lpwstr>
  </property>
  <property fmtid="{D5CDD505-2E9C-101B-9397-08002B2CF9AE}" pid="5" name="MSIP_Label_46e7f387-1815-4007-b22e-dbfac1fba8aa_Name">
    <vt:lpwstr>defa4170-0d19-0005-0004-bc88714345d2</vt:lpwstr>
  </property>
  <property fmtid="{D5CDD505-2E9C-101B-9397-08002B2CF9AE}" pid="6" name="MSIP_Label_46e7f387-1815-4007-b22e-dbfac1fba8aa_SiteId">
    <vt:lpwstr>1ae31382-9a17-4ce4-b300-161b0fa8f4b8</vt:lpwstr>
  </property>
  <property fmtid="{D5CDD505-2E9C-101B-9397-08002B2CF9AE}" pid="7" name="MSIP_Label_46e7f387-1815-4007-b22e-dbfac1fba8aa_ActionId">
    <vt:lpwstr>9e384b61-1a38-4d7c-85c3-b4cdc6f34318</vt:lpwstr>
  </property>
  <property fmtid="{D5CDD505-2E9C-101B-9397-08002B2CF9AE}" pid="8" name="MSIP_Label_46e7f387-1815-4007-b22e-dbfac1fba8aa_ContentBits">
    <vt:lpwstr>0</vt:lpwstr>
  </property>
  <property fmtid="{D5CDD505-2E9C-101B-9397-08002B2CF9AE}" pid="9" name="MSIP_Label_46e7f387-1815-4007-b22e-dbfac1fba8aa_Tag">
    <vt:lpwstr>10, 3, 0, 1</vt:lpwstr>
  </property>
</Properties>
</file>