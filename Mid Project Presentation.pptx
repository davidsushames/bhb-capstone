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050285-B4F3-42C3-BF88-8016C8E92A90}" v="2" dt="2026-09-07T05:50:46.2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e Sushames" userId="ce71797e-895c-47df-af8e-c160254d5cef" providerId="ADAL" clId="{067FCE3D-3D41-4548-936F-F0A348C85C95}"/>
    <pc:docChg chg="undo custSel addSld delSld modSld sldOrd">
      <pc:chgData name="Dave Sushames" userId="ce71797e-895c-47df-af8e-c160254d5cef" providerId="ADAL" clId="{067FCE3D-3D41-4548-936F-F0A348C85C95}" dt="2026-09-08T03:08:40.664" v="987" actId="20577"/>
      <pc:docMkLst>
        <pc:docMk/>
      </pc:docMkLst>
      <pc:sldChg chg="modSp mod">
        <pc:chgData name="Dave Sushames" userId="ce71797e-895c-47df-af8e-c160254d5cef" providerId="ADAL" clId="{067FCE3D-3D41-4548-936F-F0A348C85C95}" dt="2026-09-07T05:51:06.852" v="120" actId="113"/>
        <pc:sldMkLst>
          <pc:docMk/>
          <pc:sldMk cId="137548550" sldId="256"/>
        </pc:sldMkLst>
        <pc:spChg chg="mod">
          <ac:chgData name="Dave Sushames" userId="ce71797e-895c-47df-af8e-c160254d5cef" providerId="ADAL" clId="{067FCE3D-3D41-4548-936F-F0A348C85C95}" dt="2026-09-07T05:51:06.852" v="120" actId="113"/>
          <ac:spMkLst>
            <pc:docMk/>
            <pc:sldMk cId="137548550" sldId="256"/>
            <ac:spMk id="3" creationId="{7B0A87BF-4DD4-CC52-28FC-A1DDAFEC8998}"/>
          </ac:spMkLst>
        </pc:spChg>
      </pc:sldChg>
      <pc:sldChg chg="modSp mod">
        <pc:chgData name="Dave Sushames" userId="ce71797e-895c-47df-af8e-c160254d5cef" providerId="ADAL" clId="{067FCE3D-3D41-4548-936F-F0A348C85C95}" dt="2026-09-08T01:48:59.089" v="600" actId="20577"/>
        <pc:sldMkLst>
          <pc:docMk/>
          <pc:sldMk cId="2362368263" sldId="257"/>
        </pc:sldMkLst>
        <pc:spChg chg="mod">
          <ac:chgData name="Dave Sushames" userId="ce71797e-895c-47df-af8e-c160254d5cef" providerId="ADAL" clId="{067FCE3D-3D41-4548-936F-F0A348C85C95}" dt="2026-09-07T06:10:38.489" v="262" actId="20577"/>
          <ac:spMkLst>
            <pc:docMk/>
            <pc:sldMk cId="2362368263" sldId="257"/>
            <ac:spMk id="2" creationId="{90530326-B10D-8D61-0CFF-8C79806EB64C}"/>
          </ac:spMkLst>
        </pc:spChg>
        <pc:spChg chg="mod">
          <ac:chgData name="Dave Sushames" userId="ce71797e-895c-47df-af8e-c160254d5cef" providerId="ADAL" clId="{067FCE3D-3D41-4548-936F-F0A348C85C95}" dt="2026-09-08T01:48:59.089" v="600" actId="20577"/>
          <ac:spMkLst>
            <pc:docMk/>
            <pc:sldMk cId="2362368263" sldId="257"/>
            <ac:spMk id="3" creationId="{6C0C07A1-BD55-F571-87E1-3E1F8CB44291}"/>
          </ac:spMkLst>
        </pc:spChg>
      </pc:sldChg>
      <pc:sldChg chg="modSp mod">
        <pc:chgData name="Dave Sushames" userId="ce71797e-895c-47df-af8e-c160254d5cef" providerId="ADAL" clId="{067FCE3D-3D41-4548-936F-F0A348C85C95}" dt="2026-09-08T02:45:23.662" v="933" actId="20577"/>
        <pc:sldMkLst>
          <pc:docMk/>
          <pc:sldMk cId="3384359967" sldId="258"/>
        </pc:sldMkLst>
        <pc:spChg chg="mod">
          <ac:chgData name="Dave Sushames" userId="ce71797e-895c-47df-af8e-c160254d5cef" providerId="ADAL" clId="{067FCE3D-3D41-4548-936F-F0A348C85C95}" dt="2026-09-08T02:45:23.662" v="933" actId="20577"/>
          <ac:spMkLst>
            <pc:docMk/>
            <pc:sldMk cId="3384359967" sldId="258"/>
            <ac:spMk id="3" creationId="{0F35839F-4D04-EB1F-ADC7-579D8D73B752}"/>
          </ac:spMkLst>
        </pc:spChg>
      </pc:sldChg>
      <pc:sldChg chg="modSp mod">
        <pc:chgData name="Dave Sushames" userId="ce71797e-895c-47df-af8e-c160254d5cef" providerId="ADAL" clId="{067FCE3D-3D41-4548-936F-F0A348C85C95}" dt="2026-09-08T01:22:39.694" v="524" actId="20577"/>
        <pc:sldMkLst>
          <pc:docMk/>
          <pc:sldMk cId="256383110" sldId="259"/>
        </pc:sldMkLst>
        <pc:spChg chg="mod">
          <ac:chgData name="Dave Sushames" userId="ce71797e-895c-47df-af8e-c160254d5cef" providerId="ADAL" clId="{067FCE3D-3D41-4548-936F-F0A348C85C95}" dt="2026-09-08T01:22:39.694" v="524" actId="20577"/>
          <ac:spMkLst>
            <pc:docMk/>
            <pc:sldMk cId="256383110" sldId="259"/>
            <ac:spMk id="3" creationId="{D196632A-DFFF-0D91-597A-10CA65E9657B}"/>
          </ac:spMkLst>
        </pc:spChg>
      </pc:sldChg>
      <pc:sldChg chg="modSp mod">
        <pc:chgData name="Dave Sushames" userId="ce71797e-895c-47df-af8e-c160254d5cef" providerId="ADAL" clId="{067FCE3D-3D41-4548-936F-F0A348C85C95}" dt="2026-09-08T03:08:40.664" v="987" actId="20577"/>
        <pc:sldMkLst>
          <pc:docMk/>
          <pc:sldMk cId="1449235414" sldId="260"/>
        </pc:sldMkLst>
        <pc:spChg chg="mod">
          <ac:chgData name="Dave Sushames" userId="ce71797e-895c-47df-af8e-c160254d5cef" providerId="ADAL" clId="{067FCE3D-3D41-4548-936F-F0A348C85C95}" dt="2026-09-08T03:08:40.664" v="987" actId="20577"/>
          <ac:spMkLst>
            <pc:docMk/>
            <pc:sldMk cId="1449235414" sldId="260"/>
            <ac:spMk id="3" creationId="{FE3682BF-2AAA-17DB-13EF-80FD9DC2ED51}"/>
          </ac:spMkLst>
        </pc:spChg>
      </pc:sldChg>
      <pc:sldChg chg="modSp mod">
        <pc:chgData name="Dave Sushames" userId="ce71797e-895c-47df-af8e-c160254d5cef" providerId="ADAL" clId="{067FCE3D-3D41-4548-936F-F0A348C85C95}" dt="2026-09-08T03:08:13.054" v="958" actId="5793"/>
        <pc:sldMkLst>
          <pc:docMk/>
          <pc:sldMk cId="1776220710" sldId="261"/>
        </pc:sldMkLst>
        <pc:spChg chg="mod">
          <ac:chgData name="Dave Sushames" userId="ce71797e-895c-47df-af8e-c160254d5cef" providerId="ADAL" clId="{067FCE3D-3D41-4548-936F-F0A348C85C95}" dt="2026-09-08T03:08:13.054" v="958" actId="5793"/>
          <ac:spMkLst>
            <pc:docMk/>
            <pc:sldMk cId="1776220710" sldId="261"/>
            <ac:spMk id="3" creationId="{26D92AE9-27DD-FCA7-1967-4FD13345CD68}"/>
          </ac:spMkLst>
        </pc:spChg>
      </pc:sldChg>
      <pc:sldChg chg="modSp new del mod ord">
        <pc:chgData name="Dave Sushames" userId="ce71797e-895c-47df-af8e-c160254d5cef" providerId="ADAL" clId="{067FCE3D-3D41-4548-936F-F0A348C85C95}" dt="2026-09-07T05:52:40.345" v="121" actId="2696"/>
        <pc:sldMkLst>
          <pc:docMk/>
          <pc:sldMk cId="3664128229" sldId="262"/>
        </pc:sldMkLst>
        <pc:spChg chg="mod">
          <ac:chgData name="Dave Sushames" userId="ce71797e-895c-47df-af8e-c160254d5cef" providerId="ADAL" clId="{067FCE3D-3D41-4548-936F-F0A348C85C95}" dt="2026-09-07T05:45:11.722" v="101" actId="20577"/>
          <ac:spMkLst>
            <pc:docMk/>
            <pc:sldMk cId="3664128229" sldId="262"/>
            <ac:spMk id="2" creationId="{FCF6980F-FB78-22F3-FB74-C591CA12734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CF5E9-DA82-E1A2-DE2B-9232B47B86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D373EB-6CD3-FA13-4FA4-35BDAAF692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A42B96-DA85-7BB0-FB08-6F6CB4FB8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64FAA0-8ADF-3B39-A618-39D746D34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90D58E-6CD0-06BF-B59B-3035C218F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8377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00D8B-4B98-5126-E63B-9C7E78D73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4455D-883E-DD4D-0703-D6B8917A9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F57AD2-4B42-E1A2-A103-2081E789F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362B2-E580-A83F-4751-F13816E15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A8300-FF74-9B16-5DA7-0AC0C6EB4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59958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8E0490-2926-D48F-9967-6E0A44842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71605A-7A08-FD9C-A225-7D374A3701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82584D-ACB0-AF8E-0C3F-EDD1DCC9D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95146-1933-F6E0-0E53-152CB43F6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69F63-5BDB-4DF0-936F-808C192010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30321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9A810-B9E3-8918-8AF3-D0B543290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71308-00AE-9DB6-7582-4B4628A73B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235BFC-F703-46E4-2551-9D7C655D26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0EC211-B8A4-6B8C-C937-A8A54E98D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AB2F88-C63A-BE15-CB9A-603E9184C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BA983D-0C16-AE42-28FD-432B05694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308697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77A5A-3D95-8C1F-69F6-E1424E161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4F99E2-7D88-65E1-ECE2-64479017B0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9F4BFD-D195-14E2-A82B-60BFE0610F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AC96F5-9398-9658-5493-0BF9B04C95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F0F4C3-5080-CC2E-6878-5E64874047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19984B-F3EA-1532-81BE-29CB803F0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F8DC423-9F84-9BDD-4638-AD948287C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3F99C6-F194-743C-2C8D-FA579173A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919038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7BFCA-8032-27F8-8367-493147B6C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1026F61-BE58-1AD3-BB48-257627B73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D21D76-9664-BC37-EAB3-226864BF0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5C4C82-BE4D-0C7B-E004-65B27AC53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831631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3A912C-AB5A-7A30-9A8B-AEE3AEC6B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8D8574-897E-E551-0406-765E0AC4A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EDB7D7-85FA-C9DB-7230-51A0E8576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4894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C5335-8E9F-6253-EE0F-70552A388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4E0281-F50F-1970-3F9B-407E476A3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F44658-C953-F2EB-52B3-0242AAE0B1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C25D9-BDA7-FC15-4922-985BCE70F4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E2281-3D71-1AEF-3DB8-5989A3FFA4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1F4307-0434-40DD-FE7D-9B82B34F0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884132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B6215-96BC-BCBD-599D-8573C059AF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3B036F-F7CE-FF18-E6A3-9D6894D707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A4F50-F2F4-2A63-583B-BC2390879D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30E14-7115-1289-63C1-6CC8E82B1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A2384-6FD8-61A3-4C32-3693D8EB25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44E3EF-BB44-5D67-1F97-432382A0F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99470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FD204-371F-5421-4266-F54150DDF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DC5EB8-6B60-D74F-12E2-A5D2933D21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6648F-DCE9-CCFD-217A-3B9468C00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CAB16-067A-30BE-F2C3-EB40E2BCD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5AC8C-E3C9-2D53-654E-43211B34E9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3438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A36BFF-35D4-41D2-4714-E236AED656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84263A-B8D4-B0A5-5713-B9F4897FE0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AB7DD4-2C5E-4217-CD9B-4B52EF8BB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C7EEE-1AD9-4CFE-8AFB-1041F302144F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839D55-82F3-5837-EAD1-D0A705B09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02F3E-145E-81F7-5B47-00E9377CB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61978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4D1693-AD3B-3C09-35A5-FC00B171B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DD769-7438-947B-35DD-F1843257DA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50D7D-8D22-0D8B-C699-B1C5E52DD3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3C7EEE-1AD9-4CFE-8AFB-1041F302144F}" type="datetimeFigureOut">
              <a:rPr lang="en-NZ" smtClean="0"/>
              <a:t>8/09/2026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15E78-48AD-6C0F-1790-3873F15574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147A3A-77AB-3EBF-91C1-780189AA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E78319-C126-4CCF-AB9F-8D6DA74409B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4490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376B7-C157-6B08-B8E5-DCCC8ED698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Mid Project Presentation</a:t>
            </a:r>
            <a:endParaRPr lang="en-NZ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0A87BF-4DD4-CC52-28FC-A1DDAFEC899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NZ" b="1" dirty="0"/>
              <a:t>Project Title: </a:t>
            </a:r>
            <a:r>
              <a:rPr lang="en-NZ" dirty="0"/>
              <a:t>AI-Enhanced vs Legacy Digital Forensics and Investigation Tools – A Comparative Efficacy Analysis</a:t>
            </a:r>
          </a:p>
          <a:p>
            <a:r>
              <a:rPr lang="en-NZ" b="1" dirty="0"/>
              <a:t>Team Name: </a:t>
            </a:r>
            <a:r>
              <a:rPr lang="en-NZ" dirty="0"/>
              <a:t>Byte Harbor Butchers</a:t>
            </a:r>
          </a:p>
          <a:p>
            <a:r>
              <a:rPr lang="en-NZ" b="1" dirty="0"/>
              <a:t>Team Members: </a:t>
            </a:r>
            <a:r>
              <a:rPr lang="en-NZ" dirty="0"/>
              <a:t>Olivia Hey, Matt Baker, Sam Davies, Dave Sushames</a:t>
            </a:r>
          </a:p>
          <a:p>
            <a:r>
              <a:rPr lang="en-NZ" b="1" dirty="0"/>
              <a:t>Project Client: </a:t>
            </a:r>
            <a:r>
              <a:rPr lang="en-NZ" dirty="0"/>
              <a:t>Geoff Gordon</a:t>
            </a:r>
          </a:p>
        </p:txBody>
      </p:sp>
    </p:spTree>
    <p:extLst>
      <p:ext uri="{BB962C8B-B14F-4D97-AF65-F5344CB8AC3E}">
        <p14:creationId xmlns:p14="http://schemas.microsoft.com/office/powerpoint/2010/main" val="137548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30326-B10D-8D61-0CFF-8C79806EB6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description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C07A1-BD55-F571-87E1-3E1F8CB442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project is to compare how locally-run Large Language Models (LLMs) interpret and report on Nmap, Foremost, and Wireshark outputs compared to human analysts.</a:t>
            </a:r>
          </a:p>
          <a:p>
            <a:pPr marL="0" indent="0">
              <a:buNone/>
            </a:pPr>
            <a:r>
              <a:rPr lang="en-US" dirty="0"/>
              <a:t>Framework: Design Science Research.</a:t>
            </a:r>
          </a:p>
          <a:p>
            <a:pPr marL="0" indent="0">
              <a:buNone/>
            </a:pP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2362368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3624D-3129-03E9-F115-6F90475E4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Completed Milestones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5839F-4D04-EB1F-ADC7-579D8D73B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Proposal finished</a:t>
            </a:r>
          </a:p>
          <a:p>
            <a:pPr marL="0" indent="0">
              <a:buNone/>
            </a:pPr>
            <a:r>
              <a:rPr lang="en-US" dirty="0"/>
              <a:t>All forensics tools installed.</a:t>
            </a:r>
          </a:p>
          <a:p>
            <a:pPr marL="0" indent="0">
              <a:buNone/>
            </a:pPr>
            <a:r>
              <a:rPr lang="en-US" dirty="0"/>
              <a:t>Created Test Environment</a:t>
            </a:r>
          </a:p>
          <a:p>
            <a:pPr marL="0" indent="0">
              <a:buNone/>
            </a:pPr>
            <a:r>
              <a:rPr lang="en-NZ" dirty="0"/>
              <a:t>Selected AI model: Gemma4:26b</a:t>
            </a:r>
          </a:p>
          <a:p>
            <a:pPr marL="0" indent="0">
              <a:buNone/>
            </a:pPr>
            <a:r>
              <a:rPr lang="en-NZ" dirty="0"/>
              <a:t>AI Foremost integration: Python script to automatically feed the carved files into the LLM and produce a report.</a:t>
            </a:r>
          </a:p>
        </p:txBody>
      </p:sp>
    </p:spTree>
    <p:extLst>
      <p:ext uri="{BB962C8B-B14F-4D97-AF65-F5344CB8AC3E}">
        <p14:creationId xmlns:p14="http://schemas.microsoft.com/office/powerpoint/2010/main" val="33843599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8C9BD-10F8-3FB7-B12D-383CA5C6C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progress has been made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6632A-DFFF-0D91-597A-10CA65E96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2563831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21533-E00D-2C2D-FEDE-CB1FC05A2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still to be done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682BF-2AAA-17DB-13EF-80FD9DC2E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Finalize test metrics</a:t>
            </a:r>
          </a:p>
          <a:p>
            <a:pPr marL="0" indent="0">
              <a:buNone/>
            </a:pPr>
            <a:r>
              <a:rPr lang="en-US" dirty="0"/>
              <a:t>Nmap and Wireshark integration</a:t>
            </a:r>
          </a:p>
          <a:p>
            <a:pPr marL="0" indent="0">
              <a:buNone/>
            </a:pPr>
            <a:r>
              <a:rPr lang="en-US" dirty="0"/>
              <a:t>Run tests</a:t>
            </a:r>
          </a:p>
          <a:p>
            <a:pPr marL="0" indent="0">
              <a:buNone/>
            </a:pPr>
            <a:r>
              <a:rPr lang="en-US" dirty="0"/>
              <a:t>Consolidate findings</a:t>
            </a:r>
          </a:p>
          <a:p>
            <a:pPr marL="0" indent="0">
              <a:buNone/>
            </a:pPr>
            <a:r>
              <a:rPr lang="en-US"/>
              <a:t>Final report</a:t>
            </a:r>
            <a:endParaRPr lang="en-US" dirty="0"/>
          </a:p>
          <a:p>
            <a:pPr marL="0" indent="0">
              <a:buNone/>
            </a:pP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4492354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23870-F07E-046E-D74E-D0008EB31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Changes to timeframes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92AE9-27DD-FCA7-1967-4FD13345C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776220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459</TotalTime>
  <Words>145</Words>
  <Application>Microsoft Office PowerPoint</Application>
  <PresentationFormat>Widescreen</PresentationFormat>
  <Paragraphs>22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Mid Project Presentation</vt:lpstr>
      <vt:lpstr>Project description</vt:lpstr>
      <vt:lpstr>Completed Milestones</vt:lpstr>
      <vt:lpstr>How progress has been made</vt:lpstr>
      <vt:lpstr>What is still to be done</vt:lpstr>
      <vt:lpstr>Changes to timeframes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Dave Sushames</dc:creator>
  <cp:lastModifiedBy>Dave Sushames</cp:lastModifiedBy>
  <cp:revision>1</cp:revision>
  <dcterms:created xsi:type="dcterms:W3CDTF">2026-09-02T03:14:30Z</dcterms:created>
  <dcterms:modified xsi:type="dcterms:W3CDTF">2026-09-08T03:08:40Z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6e7f387-1815-4007-b22e-dbfac1fba8aa_Enabled">
    <vt:lpwstr>true</vt:lpwstr>
  </property>
  <property fmtid="{D5CDD505-2E9C-101B-9397-08002B2CF9AE}" pid="3" name="MSIP_Label_46e7f387-1815-4007-b22e-dbfac1fba8aa_SetDate">
    <vt:lpwstr>2026-09-02T03:14:30Z</vt:lpwstr>
  </property>
  <property fmtid="{D5CDD505-2E9C-101B-9397-08002B2CF9AE}" pid="4" name="MSIP_Label_46e7f387-1815-4007-b22e-dbfac1fba8aa_Method">
    <vt:lpwstr>Standard</vt:lpwstr>
  </property>
  <property fmtid="{D5CDD505-2E9C-101B-9397-08002B2CF9AE}" pid="5" name="MSIP_Label_46e7f387-1815-4007-b22e-dbfac1fba8aa_Name">
    <vt:lpwstr>defa4170-0d19-0005-0004-bc88714345d2</vt:lpwstr>
  </property>
  <property fmtid="{D5CDD505-2E9C-101B-9397-08002B2CF9AE}" pid="6" name="MSIP_Label_46e7f387-1815-4007-b22e-dbfac1fba8aa_SiteId">
    <vt:lpwstr>1ae31382-9a17-4ce4-b300-161b0fa8f4b8</vt:lpwstr>
  </property>
  <property fmtid="{D5CDD505-2E9C-101B-9397-08002B2CF9AE}" pid="7" name="MSIP_Label_46e7f387-1815-4007-b22e-dbfac1fba8aa_ActionId">
    <vt:lpwstr>9e384b61-1a38-4d7c-85c3-b4cdc6f34318</vt:lpwstr>
  </property>
  <property fmtid="{D5CDD505-2E9C-101B-9397-08002B2CF9AE}" pid="8" name="MSIP_Label_46e7f387-1815-4007-b22e-dbfac1fba8aa_ContentBits">
    <vt:lpwstr>0</vt:lpwstr>
  </property>
  <property fmtid="{D5CDD505-2E9C-101B-9397-08002B2CF9AE}" pid="9" name="MSIP_Label_46e7f387-1815-4007-b22e-dbfac1fba8aa_Tag">
    <vt:lpwstr>10, 3, 0, 1</vt:lpwstr>
  </property>
</Properties>
</file>