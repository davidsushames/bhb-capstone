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F5E9-DA82-E1A2-DE2B-9232B47B8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D373EB-6CD3-FA13-4FA4-35BDAAF69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42B96-DA85-7BB0-FB08-6F6CB4FB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4FAA0-8ADF-3B39-A618-39D746D34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0D58E-6CD0-06BF-B59B-3035C218F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8377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0D8B-4B98-5126-E63B-9C7E78D73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4455D-883E-DD4D-0703-D6B8917A9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57AD2-4B42-E1A2-A103-2081E789F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62B2-E580-A83F-4751-F13816E15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A8300-FF74-9B16-5DA7-0AC0C6EB4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995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E0490-2926-D48F-9967-6E0A44842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605A-7A08-FD9C-A225-7D374A3701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2584D-ACB0-AF8E-0C3F-EDD1DCC9D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95146-1933-F6E0-0E53-152CB43F6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9F63-5BDB-4DF0-936F-808C19201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30321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9A810-B9E3-8918-8AF3-D0B54329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71308-00AE-9DB6-7582-4B4628A73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235BFC-F703-46E4-2551-9D7C655D26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EC211-B8A4-6B8C-C937-A8A54E98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AB2F88-C63A-BE15-CB9A-603E9184C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A983D-0C16-AE42-28FD-432B05694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08697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77A5A-3D95-8C1F-69F6-E1424E161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F99E2-7D88-65E1-ECE2-64479017B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F4BFD-D195-14E2-A82B-60BFE0610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AC96F5-9398-9658-5493-0BF9B04C9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F0F4C3-5080-CC2E-6878-5E6487404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9984B-F3EA-1532-81BE-29CB803F0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8DC423-9F84-9BDD-4638-AD948287C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3F99C6-F194-743C-2C8D-FA579173A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19038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7BFCA-8032-27F8-8367-493147B6C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026F61-BE58-1AD3-BB48-257627B7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D21D76-9664-BC37-EAB3-226864BF0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5C4C82-BE4D-0C7B-E004-65B27AC53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3163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3A912C-AB5A-7A30-9A8B-AEE3AEC6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8D8574-897E-E551-0406-765E0AC4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DB7D7-85FA-C9DB-7230-51A0E8576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4894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C5335-8E9F-6253-EE0F-70552A388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E0281-F50F-1970-3F9B-407E476A3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F44658-C953-F2EB-52B3-0242AAE0B1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C25D9-BDA7-FC15-4922-985BCE70F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E2281-3D71-1AEF-3DB8-5989A3FFA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F4307-0434-40DD-FE7D-9B82B34F0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84132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6215-96BC-BCBD-599D-8573C059A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3B036F-F7CE-FF18-E6A3-9D6894D70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A4F50-F2F4-2A63-583B-BC2390879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30E14-7115-1289-63C1-6CC8E82B1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A2384-6FD8-61A3-4C32-3693D8EB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44E3EF-BB44-5D67-1F97-432382A0F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99470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FD204-371F-5421-4266-F54150DDF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DC5EB8-6B60-D74F-12E2-A5D2933D2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6648F-DCE9-CCFD-217A-3B9468C00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CAB16-067A-30BE-F2C3-EB40E2BCD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5AC8C-E3C9-2D53-654E-43211B34E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3438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A36BFF-35D4-41D2-4714-E236AED656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84263A-B8D4-B0A5-5713-B9F4897FE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B7DD4-2C5E-4217-CD9B-4B52EF8BB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39D55-82F3-5837-EAD1-D0A705B09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02F3E-145E-81F7-5B47-00E9377C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6197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D1693-AD3B-3C09-35A5-FC00B171B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DD769-7438-947B-35DD-F1843257D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50D7D-8D22-0D8B-C699-B1C5E52DD3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3C7EEE-1AD9-4CFE-8AFB-1041F302144F}" type="datetimeFigureOut">
              <a:rPr lang="en-NZ" smtClean="0"/>
              <a:t>2/09/2026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15E78-48AD-6C0F-1790-3873F155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47A3A-77AB-3EBF-91C1-780189AA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4490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376B7-C157-6B08-B8E5-DCCC8ED698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Project Presentation</a:t>
            </a:r>
            <a:endParaRPr lang="en-NZ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0A87BF-4DD4-CC52-28FC-A1DDAFEC89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37548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30326-B10D-8D61-0CFF-8C79806E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project?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C07A1-BD55-F571-87E1-3E1F8CB44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62368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3624D-3129-03E9-F115-6F90475E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Milestones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5839F-4D04-EB1F-ADC7-579D8D73B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84359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8C9BD-10F8-3FB7-B12D-383CA5C6C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progress has been made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632A-DFFF-0D91-597A-10CA65E96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383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21533-E00D-2C2D-FEDE-CB1FC05A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still to be done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682BF-2AAA-17DB-13EF-80FD9DC2E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49235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3870-F07E-046E-D74E-D0008EB3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to timeframes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92AE9-27DD-FCA7-1967-4FD13345C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776220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Widescreen</PresentationFormat>
  <Paragraphs>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Mid Project Presentation</vt:lpstr>
      <vt:lpstr>What is the project?</vt:lpstr>
      <vt:lpstr>Completed Milestones</vt:lpstr>
      <vt:lpstr>How progress has been made</vt:lpstr>
      <vt:lpstr>What is still to be done</vt:lpstr>
      <vt:lpstr>Changes to timeframes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1</cp:revision>
  <dcterms:created xsi:type="dcterms:W3CDTF">2026-09-02T03:14:30Z</dcterms:created>
  <dcterms:modified xsi:type="dcterms:W3CDTF">2026-09-02T03:14:48Z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2026-09-02T03:14:30Z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9e384b61-1a38-4d7c-85c3-b4cdc6f34318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