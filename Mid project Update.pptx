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57" r:id="rId4"/>
    <p:sldId id="258" r:id="rId5"/>
    <p:sldId id="259" r:id="rId6"/>
    <p:sldId id="264" r:id="rId7"/>
    <p:sldId id="263" r:id="rId8"/>
    <p:sldId id="268" r:id="rId9"/>
    <p:sldId id="267" r:id="rId10"/>
    <p:sldId id="262" r:id="rId11"/>
    <p:sldId id="261" r:id="rId12"/>
    <p:sldId id="260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28705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6147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94357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16621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49199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40344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40671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52096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53715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5396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15305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78314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06739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028556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444181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05248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01257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Z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25420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6732-8EB4-1555-C93B-2B52F0B1D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Mid Project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E270E3-1A40-D82C-DD8F-0286C7E85E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BHB Capstone project</a:t>
            </a:r>
          </a:p>
          <a:p>
            <a:r>
              <a:rPr lang="en-NZ" dirty="0">
                <a:latin typeface="Century Gothic" panose="020B0502020202020204" pitchFamily="34" charset="0"/>
              </a:rPr>
              <a:t>Week 10</a:t>
            </a:r>
          </a:p>
        </p:txBody>
      </p:sp>
    </p:spTree>
    <p:extLst>
      <p:ext uri="{BB962C8B-B14F-4D97-AF65-F5344CB8AC3E}">
        <p14:creationId xmlns:p14="http://schemas.microsoft.com/office/powerpoint/2010/main" val="482473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E0C20-57B8-B33E-EA29-F1EB71F84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Learning Outcomes (LOs)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00575-E80A-C458-7B91-A585EC277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+mn-lt"/>
              </a:rPr>
              <a:t>2	Work collaboratively, using professional and interpersonal skills, cooperative methods and communication with team members, project sponsor and advisor. </a:t>
            </a:r>
          </a:p>
          <a:p>
            <a:r>
              <a:rPr lang="en-NZ" dirty="0">
                <a:latin typeface="+mn-lt"/>
              </a:rPr>
              <a:t>3	Apply the techniques and knowledge gained throughout the degree programme to research, analyse, design, develop, test and produce a solution</a:t>
            </a:r>
          </a:p>
          <a:p>
            <a:r>
              <a:rPr lang="en-NZ" dirty="0">
                <a:latin typeface="+mn-lt"/>
              </a:rPr>
              <a:t>8	Effectively present the project experience and achievement to an audience including the project sponsor. </a:t>
            </a:r>
          </a:p>
        </p:txBody>
      </p:sp>
    </p:spTree>
    <p:extLst>
      <p:ext uri="{BB962C8B-B14F-4D97-AF65-F5344CB8AC3E}">
        <p14:creationId xmlns:p14="http://schemas.microsoft.com/office/powerpoint/2010/main" val="2631449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951C1-93B0-39A0-12AC-7C0C307C7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Attendees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51FEA-5D6D-CF22-67E0-7CCC76C9B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+mn-lt"/>
              </a:rPr>
              <a:t>Geoff (Client)</a:t>
            </a:r>
          </a:p>
          <a:p>
            <a:r>
              <a:rPr lang="en-NZ" dirty="0">
                <a:latin typeface="+mn-lt"/>
              </a:rPr>
              <a:t>Olivia Hey (Project Manager)</a:t>
            </a:r>
          </a:p>
          <a:p>
            <a:r>
              <a:rPr lang="en-NZ" dirty="0">
                <a:latin typeface="+mn-lt"/>
              </a:rPr>
              <a:t>Matt Baker</a:t>
            </a:r>
          </a:p>
          <a:p>
            <a:r>
              <a:rPr lang="en-NZ" dirty="0">
                <a:latin typeface="+mn-lt"/>
              </a:rPr>
              <a:t>David Sushames</a:t>
            </a:r>
          </a:p>
          <a:p>
            <a:r>
              <a:rPr lang="en-NZ" dirty="0">
                <a:latin typeface="+mn-lt"/>
              </a:rPr>
              <a:t>Samuel Davies 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720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76118-5A18-ED6E-5E3A-52957967C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A7524-6160-9FC8-290D-89B8A80D8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Brief description of project.</a:t>
            </a:r>
          </a:p>
          <a:p>
            <a:r>
              <a:rPr lang="en-NZ" dirty="0">
                <a:latin typeface="Century Gothic" panose="020B0502020202020204" pitchFamily="34" charset="0"/>
              </a:rPr>
              <a:t>Milestones and deliverables that have been completed.</a:t>
            </a:r>
          </a:p>
          <a:p>
            <a:r>
              <a:rPr lang="en-NZ" dirty="0">
                <a:latin typeface="Century Gothic" panose="020B0502020202020204" pitchFamily="34" charset="0"/>
              </a:rPr>
              <a:t>How progress has been made.</a:t>
            </a:r>
          </a:p>
          <a:p>
            <a:r>
              <a:rPr lang="en-NZ" dirty="0">
                <a:latin typeface="Century Gothic" panose="020B0502020202020204" pitchFamily="34" charset="0"/>
              </a:rPr>
              <a:t>What is still to be done.</a:t>
            </a:r>
          </a:p>
          <a:p>
            <a:r>
              <a:rPr lang="en-NZ" dirty="0">
                <a:latin typeface="Century Gothic" panose="020B0502020202020204" pitchFamily="34" charset="0"/>
              </a:rPr>
              <a:t>Any changes to timeframes that need to be discussed?</a:t>
            </a:r>
          </a:p>
          <a:p>
            <a:r>
              <a:rPr lang="en-NZ" dirty="0">
                <a:latin typeface="Century Gothic" panose="020B0502020202020204" pitchFamily="34" charset="0"/>
              </a:rPr>
              <a:t>Overall client feedback/satisfaction.</a:t>
            </a:r>
          </a:p>
          <a:p>
            <a:r>
              <a:rPr lang="en-NZ" dirty="0">
                <a:latin typeface="Century Gothic" panose="020B0502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17019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5FEAD-9459-4F61-E636-B0591191D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Brief description of project.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8D5CD-8731-2633-69BC-1AC0BBF2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This project investigates the efficacy of the report output as generated by a human compared to an AI. </a:t>
            </a: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5520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0F230-3A14-B66C-477C-5A707C1E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Milestones and deliverables that have been completed.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8BBEA-DC63-C183-A48F-6420D069B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Project proposal completion</a:t>
            </a:r>
          </a:p>
          <a:p>
            <a:r>
              <a:rPr lang="en-NZ" dirty="0">
                <a:latin typeface="Century Gothic" panose="020B0502020202020204" pitchFamily="34" charset="0"/>
              </a:rPr>
              <a:t>Client video completed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493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07390-5D9E-D38B-8C6D-7AF59C97E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How progress has been made?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EA5A-9F43-9FE8-BD39-3261513B2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Progress has been made in various areas:</a:t>
            </a:r>
          </a:p>
          <a:p>
            <a:pPr lvl="1"/>
            <a:r>
              <a:rPr lang="en-NZ" dirty="0">
                <a:latin typeface="Century Gothic" panose="020B0502020202020204" pitchFamily="34" charset="0"/>
              </a:rPr>
              <a:t>Tool Scope was expanded &amp; subsequently reduced</a:t>
            </a:r>
          </a:p>
          <a:p>
            <a:pPr lvl="2"/>
            <a:r>
              <a:rPr lang="en-NZ" dirty="0">
                <a:latin typeface="Century Gothic" panose="020B0502020202020204" pitchFamily="34" charset="0"/>
              </a:rPr>
              <a:t>Tools selected, Foremost, Wireshark and Nmap. </a:t>
            </a:r>
          </a:p>
          <a:p>
            <a:pPr lvl="1"/>
            <a:r>
              <a:rPr lang="en-NZ" dirty="0">
                <a:latin typeface="Century Gothic" panose="020B0502020202020204" pitchFamily="34" charset="0"/>
              </a:rPr>
              <a:t>New Design Science Research Methodology adopted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r>
              <a:rPr lang="en-NZ" dirty="0">
                <a:latin typeface="Century Gothic" panose="020B0502020202020204" pitchFamily="34" charset="0"/>
              </a:rPr>
              <a:t>Changed from LM studio to Ollama </a:t>
            </a:r>
          </a:p>
          <a:p>
            <a:endParaRPr lang="en-NZ" dirty="0">
              <a:latin typeface="Century Gothic" panose="020B0502020202020204" pitchFamily="34" charset="0"/>
            </a:endParaRPr>
          </a:p>
          <a:p>
            <a:r>
              <a:rPr lang="en-NZ" dirty="0">
                <a:latin typeface="Century Gothic" panose="020B0502020202020204" pitchFamily="34" charset="0"/>
              </a:rPr>
              <a:t>Project philosophy change. (were going and finding AI tools and comparing them to non ai versions, now we are looking at tools and AI reports vs human reports.)</a:t>
            </a:r>
          </a:p>
          <a:p>
            <a:r>
              <a:rPr lang="en-NZ" dirty="0">
                <a:latin typeface="Century Gothic" panose="020B0502020202020204" pitchFamily="34" charset="0"/>
              </a:rPr>
              <a:t>(changed what Geoff expects of us)</a:t>
            </a:r>
          </a:p>
          <a:p>
            <a:pPr lvl="1"/>
            <a:endParaRPr lang="en-NZ" dirty="0">
              <a:latin typeface="Century Gothic" panose="020B0502020202020204" pitchFamily="34" charset="0"/>
            </a:endParaRPr>
          </a:p>
          <a:p>
            <a:pPr lvl="1"/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877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F503-BA1E-2D45-51A6-84F7A82F2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Emerging insights (matt)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109EC-CF5E-94D0-6F6D-FCD101543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59275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D38A-9B0C-F7EC-7E40-960AD3FE7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Foremost Proof of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F2D46-F7DC-B8C3-2E45-C4E0D2A1E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Now we will demonstrate a proof of concept </a:t>
            </a:r>
          </a:p>
        </p:txBody>
      </p:sp>
    </p:spTree>
    <p:extLst>
      <p:ext uri="{BB962C8B-B14F-4D97-AF65-F5344CB8AC3E}">
        <p14:creationId xmlns:p14="http://schemas.microsoft.com/office/powerpoint/2010/main" val="12514419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2EF6F-E112-DB22-11E9-44E4396BF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What is still to be done?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B6175-1B96-0215-5195-3A92E08F8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Complete proof of concepts for Wireshark and Nmap</a:t>
            </a:r>
          </a:p>
          <a:p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615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5CB6E-FD33-4419-FD29-5EB304030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Any changes to timeframes that need to be discussed?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2F351-5F23-6D92-03AC-5C25C11D2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The time frame has been shifted due to Capstone proposal taking longer than expected. </a:t>
            </a:r>
          </a:p>
        </p:txBody>
      </p:sp>
    </p:spTree>
    <p:extLst>
      <p:ext uri="{BB962C8B-B14F-4D97-AF65-F5344CB8AC3E}">
        <p14:creationId xmlns:p14="http://schemas.microsoft.com/office/powerpoint/2010/main" val="68356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F9A50-08D3-B5BA-98EE-2A5CB574A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584" y="2728735"/>
            <a:ext cx="9836832" cy="1400530"/>
          </a:xfrm>
        </p:spPr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Overall client feedback/satisfaction </a:t>
            </a:r>
          </a:p>
        </p:txBody>
      </p:sp>
    </p:spTree>
    <p:extLst>
      <p:ext uri="{BB962C8B-B14F-4D97-AF65-F5344CB8AC3E}">
        <p14:creationId xmlns:p14="http://schemas.microsoft.com/office/powerpoint/2010/main" val="300935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248A7-11EF-57E1-0E47-93613A91F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2619" y="2592161"/>
            <a:ext cx="5106761" cy="1673678"/>
          </a:xfrm>
        </p:spPr>
        <p:txBody>
          <a:bodyPr>
            <a:noAutofit/>
          </a:bodyPr>
          <a:lstStyle/>
          <a:p>
            <a:r>
              <a:rPr lang="en-NZ" sz="7200" dirty="0">
                <a:latin typeface="Century Gothic" panose="020B0502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2595017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1625</TotalTime>
  <Words>326</Words>
  <Application>Microsoft Office PowerPoint</Application>
  <PresentationFormat>Widescreen</PresentationFormat>
  <Paragraphs>45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Century Gothic</vt:lpstr>
      <vt:lpstr>Wingdings 3</vt:lpstr>
      <vt:lpstr>Ion</vt:lpstr>
      <vt:lpstr>Mid Project Presentation</vt:lpstr>
      <vt:lpstr>Learning Outcomes (LOs)</vt:lpstr>
      <vt:lpstr>Attendees</vt:lpstr>
      <vt:lpstr>Topics</vt:lpstr>
      <vt:lpstr>Brief description of project.</vt:lpstr>
      <vt:lpstr>Milestones and deliverables that have been completed.</vt:lpstr>
      <vt:lpstr>How progress has been made?</vt:lpstr>
      <vt:lpstr>Emerging insights (matt)</vt:lpstr>
      <vt:lpstr>Foremost Proof of Concept</vt:lpstr>
      <vt:lpstr>What is still to be done?</vt:lpstr>
      <vt:lpstr>Any changes to timeframes that need to be discussed?</vt:lpstr>
      <vt:lpstr>Overall client feedback/satisfaction 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Davies</dc:creator>
  <cp:lastModifiedBy>Sam Davies</cp:lastModifiedBy>
  <cp:revision>6</cp:revision>
  <dcterms:created xsi:type="dcterms:W3CDTF">2026-09-07T23:48:56Z</dcterms:created>
  <dcterms:modified xsi:type="dcterms:W3CDTF">2026-09-09T02:54:26Z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2026-09-07T23:48:56Z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157ff331-9569-4325-b3ba-e4c568c88a67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